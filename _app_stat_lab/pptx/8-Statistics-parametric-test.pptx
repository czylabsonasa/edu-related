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3" r:id="rId1"/>
  </p:sldMasterIdLst>
  <p:notesMasterIdLst>
    <p:notesMasterId r:id="rId13"/>
  </p:notesMasterIdLst>
  <p:sldIdLst>
    <p:sldId id="355" r:id="rId2"/>
    <p:sldId id="321" r:id="rId3"/>
    <p:sldId id="356" r:id="rId4"/>
    <p:sldId id="348" r:id="rId5"/>
    <p:sldId id="349" r:id="rId6"/>
    <p:sldId id="350" r:id="rId7"/>
    <p:sldId id="351" r:id="rId8"/>
    <p:sldId id="352" r:id="rId9"/>
    <p:sldId id="353" r:id="rId10"/>
    <p:sldId id="354" r:id="rId11"/>
    <p:sldId id="33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6073BB-D37B-4EFE-8E2F-2766525950C0}" v="7" dt="2024-11-01T16:44:40.786"/>
  </p1510:revLst>
</p1510:revInfo>
</file>

<file path=ppt/tableStyles.xml><?xml version="1.0" encoding="utf-8"?>
<a:tblStyleLst xmlns:a="http://schemas.openxmlformats.org/drawingml/2006/main" def="{5C22544A-7EE6-4342-B048-85BDC9FD1C3A}">
  <a:tblStyle styleId="{5C22544A-7EE6-4342-B048-85BDC9FD1C3A}" styleName="Közepesen sötét stílus 2 – 1.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showGuides="1">
      <p:cViewPr varScale="1">
        <p:scale>
          <a:sx n="82" d="100"/>
          <a:sy n="82" d="100"/>
        </p:scale>
        <p:origin x="158" y="96"/>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ándor Pecsora" userId="810b1d013327c237" providerId="LiveId" clId="{2AF33142-5B51-40F3-BA67-626CBC7CE3F8}"/>
    <pc:docChg chg="custSel addSld delSld modSld sldOrd">
      <pc:chgData name="Sándor Pecsora" userId="810b1d013327c237" providerId="LiveId" clId="{2AF33142-5B51-40F3-BA67-626CBC7CE3F8}" dt="2020-11-26T08:25:51.005" v="1119" actId="6549"/>
      <pc:docMkLst>
        <pc:docMk/>
      </pc:docMkLst>
      <pc:sldChg chg="modSp mod">
        <pc:chgData name="Sándor Pecsora" userId="810b1d013327c237" providerId="LiveId" clId="{2AF33142-5B51-40F3-BA67-626CBC7CE3F8}" dt="2020-11-16T14:02:18.496" v="3" actId="6549"/>
        <pc:sldMkLst>
          <pc:docMk/>
          <pc:sldMk cId="1180060703" sldId="256"/>
        </pc:sldMkLst>
        <pc:spChg chg="mod">
          <ac:chgData name="Sándor Pecsora" userId="810b1d013327c237" providerId="LiveId" clId="{2AF33142-5B51-40F3-BA67-626CBC7CE3F8}" dt="2020-11-16T14:02:18.496" v="3" actId="6549"/>
          <ac:spMkLst>
            <pc:docMk/>
            <pc:sldMk cId="1180060703" sldId="256"/>
            <ac:spMk id="3" creationId="{00000000-0000-0000-0000-000000000000}"/>
          </ac:spMkLst>
        </pc:spChg>
      </pc:sldChg>
      <pc:sldChg chg="addSp modSp mod modAnim">
        <pc:chgData name="Sándor Pecsora" userId="810b1d013327c237" providerId="LiveId" clId="{2AF33142-5B51-40F3-BA67-626CBC7CE3F8}" dt="2020-11-18T12:26:19.403" v="767" actId="20577"/>
        <pc:sldMkLst>
          <pc:docMk/>
          <pc:sldMk cId="3501878932" sldId="321"/>
        </pc:sldMkLst>
        <pc:spChg chg="mod">
          <ac:chgData name="Sándor Pecsora" userId="810b1d013327c237" providerId="LiveId" clId="{2AF33142-5B51-40F3-BA67-626CBC7CE3F8}" dt="2020-11-16T14:03:22.256" v="4" actId="20577"/>
          <ac:spMkLst>
            <pc:docMk/>
            <pc:sldMk cId="3501878932" sldId="321"/>
            <ac:spMk id="2" creationId="{00000000-0000-0000-0000-000000000000}"/>
          </ac:spMkLst>
        </pc:spChg>
        <pc:spChg chg="mod">
          <ac:chgData name="Sándor Pecsora" userId="810b1d013327c237" providerId="LiveId" clId="{2AF33142-5B51-40F3-BA67-626CBC7CE3F8}" dt="2020-11-16T14:03:40.354" v="10" actId="14100"/>
          <ac:spMkLst>
            <pc:docMk/>
            <pc:sldMk cId="3501878932" sldId="321"/>
            <ac:spMk id="3" creationId="{00000000-0000-0000-0000-000000000000}"/>
          </ac:spMkLst>
        </pc:spChg>
        <pc:spChg chg="add mod">
          <ac:chgData name="Sándor Pecsora" userId="810b1d013327c237" providerId="LiveId" clId="{2AF33142-5B51-40F3-BA67-626CBC7CE3F8}" dt="2020-11-16T14:48:21.441" v="98" actId="20577"/>
          <ac:spMkLst>
            <pc:docMk/>
            <pc:sldMk cId="3501878932" sldId="321"/>
            <ac:spMk id="4" creationId="{3A074465-756F-4C52-8EA2-0A34F87E961E}"/>
          </ac:spMkLst>
        </pc:spChg>
        <pc:spChg chg="add mod">
          <ac:chgData name="Sándor Pecsora" userId="810b1d013327c237" providerId="LiveId" clId="{2AF33142-5B51-40F3-BA67-626CBC7CE3F8}" dt="2020-11-16T14:48:36.793" v="102" actId="20577"/>
          <ac:spMkLst>
            <pc:docMk/>
            <pc:sldMk cId="3501878932" sldId="321"/>
            <ac:spMk id="5" creationId="{A45E66EA-5B2E-43AC-88EC-7C6A2A7CFCFC}"/>
          </ac:spMkLst>
        </pc:spChg>
        <pc:spChg chg="add mod">
          <ac:chgData name="Sándor Pecsora" userId="810b1d013327c237" providerId="LiveId" clId="{2AF33142-5B51-40F3-BA67-626CBC7CE3F8}" dt="2020-11-18T12:19:30.532" v="724" actId="20577"/>
          <ac:spMkLst>
            <pc:docMk/>
            <pc:sldMk cId="3501878932" sldId="321"/>
            <ac:spMk id="6" creationId="{EE3F9EAC-0507-47D8-8525-3106555D16C4}"/>
          </ac:spMkLst>
        </pc:spChg>
        <pc:spChg chg="add mod">
          <ac:chgData name="Sándor Pecsora" userId="810b1d013327c237" providerId="LiveId" clId="{2AF33142-5B51-40F3-BA67-626CBC7CE3F8}" dt="2020-11-16T14:49:45.188" v="134" actId="1076"/>
          <ac:spMkLst>
            <pc:docMk/>
            <pc:sldMk cId="3501878932" sldId="321"/>
            <ac:spMk id="8" creationId="{8824133B-A413-4585-A9A8-FA5BE3FBAAA2}"/>
          </ac:spMkLst>
        </pc:spChg>
        <pc:spChg chg="add mod">
          <ac:chgData name="Sándor Pecsora" userId="810b1d013327c237" providerId="LiveId" clId="{2AF33142-5B51-40F3-BA67-626CBC7CE3F8}" dt="2020-11-18T12:26:19.403" v="767" actId="20577"/>
          <ac:spMkLst>
            <pc:docMk/>
            <pc:sldMk cId="3501878932" sldId="321"/>
            <ac:spMk id="9" creationId="{EAE1AECC-78D1-423A-B883-BA64D2D9CA67}"/>
          </ac:spMkLst>
        </pc:spChg>
      </pc:sldChg>
      <pc:sldChg chg="del">
        <pc:chgData name="Sándor Pecsora" userId="810b1d013327c237" providerId="LiveId" clId="{2AF33142-5B51-40F3-BA67-626CBC7CE3F8}" dt="2020-11-16T14:49:56.028" v="137" actId="47"/>
        <pc:sldMkLst>
          <pc:docMk/>
          <pc:sldMk cId="3919114993" sldId="340"/>
        </pc:sldMkLst>
      </pc:sldChg>
      <pc:sldChg chg="del">
        <pc:chgData name="Sándor Pecsora" userId="810b1d013327c237" providerId="LiveId" clId="{2AF33142-5B51-40F3-BA67-626CBC7CE3F8}" dt="2020-11-16T14:49:56.920" v="138" actId="47"/>
        <pc:sldMkLst>
          <pc:docMk/>
          <pc:sldMk cId="3367599746" sldId="343"/>
        </pc:sldMkLst>
      </pc:sldChg>
      <pc:sldChg chg="del">
        <pc:chgData name="Sándor Pecsora" userId="810b1d013327c237" providerId="LiveId" clId="{2AF33142-5B51-40F3-BA67-626CBC7CE3F8}" dt="2020-11-16T14:49:54.165" v="135" actId="47"/>
        <pc:sldMkLst>
          <pc:docMk/>
          <pc:sldMk cId="3874375682" sldId="345"/>
        </pc:sldMkLst>
      </pc:sldChg>
      <pc:sldChg chg="modSp mod">
        <pc:chgData name="Sándor Pecsora" userId="810b1d013327c237" providerId="LiveId" clId="{2AF33142-5B51-40F3-BA67-626CBC7CE3F8}" dt="2020-11-16T14:03:48.595" v="12" actId="6549"/>
        <pc:sldMkLst>
          <pc:docMk/>
          <pc:sldMk cId="3913864332" sldId="346"/>
        </pc:sldMkLst>
        <pc:spChg chg="mod">
          <ac:chgData name="Sándor Pecsora" userId="810b1d013327c237" providerId="LiveId" clId="{2AF33142-5B51-40F3-BA67-626CBC7CE3F8}" dt="2020-11-16T14:03:46.593" v="11" actId="20577"/>
          <ac:spMkLst>
            <pc:docMk/>
            <pc:sldMk cId="3913864332" sldId="346"/>
            <ac:spMk id="2" creationId="{00000000-0000-0000-0000-000000000000}"/>
          </ac:spMkLst>
        </pc:spChg>
        <pc:spChg chg="mod">
          <ac:chgData name="Sándor Pecsora" userId="810b1d013327c237" providerId="LiveId" clId="{2AF33142-5B51-40F3-BA67-626CBC7CE3F8}" dt="2020-11-16T14:03:48.595" v="12" actId="6549"/>
          <ac:spMkLst>
            <pc:docMk/>
            <pc:sldMk cId="3913864332" sldId="346"/>
            <ac:spMk id="3" creationId="{00000000-0000-0000-0000-000000000000}"/>
          </ac:spMkLst>
        </pc:spChg>
      </pc:sldChg>
      <pc:sldChg chg="addSp delSp modSp add mod ord modAnim">
        <pc:chgData name="Sándor Pecsora" userId="810b1d013327c237" providerId="LiveId" clId="{2AF33142-5B51-40F3-BA67-626CBC7CE3F8}" dt="2020-11-26T08:05:41.143" v="1049" actId="20577"/>
        <pc:sldMkLst>
          <pc:docMk/>
          <pc:sldMk cId="2266442202" sldId="347"/>
        </pc:sldMkLst>
        <pc:spChg chg="mod">
          <ac:chgData name="Sándor Pecsora" userId="810b1d013327c237" providerId="LiveId" clId="{2AF33142-5B51-40F3-BA67-626CBC7CE3F8}" dt="2020-11-17T10:44:07.016" v="606" actId="20577"/>
          <ac:spMkLst>
            <pc:docMk/>
            <pc:sldMk cId="2266442202" sldId="347"/>
            <ac:spMk id="2" creationId="{00000000-0000-0000-0000-000000000000}"/>
          </ac:spMkLst>
        </pc:spChg>
        <pc:spChg chg="mod">
          <ac:chgData name="Sándor Pecsora" userId="810b1d013327c237" providerId="LiveId" clId="{2AF33142-5B51-40F3-BA67-626CBC7CE3F8}" dt="2020-11-26T08:05:41.143" v="1049" actId="20577"/>
          <ac:spMkLst>
            <pc:docMk/>
            <pc:sldMk cId="2266442202" sldId="347"/>
            <ac:spMk id="3" creationId="{00000000-0000-0000-0000-000000000000}"/>
          </ac:spMkLst>
        </pc:spChg>
        <pc:spChg chg="del">
          <ac:chgData name="Sándor Pecsora" userId="810b1d013327c237" providerId="LiveId" clId="{2AF33142-5B51-40F3-BA67-626CBC7CE3F8}" dt="2020-11-16T14:50:22.743" v="144" actId="478"/>
          <ac:spMkLst>
            <pc:docMk/>
            <pc:sldMk cId="2266442202" sldId="347"/>
            <ac:spMk id="4" creationId="{3A074465-756F-4C52-8EA2-0A34F87E961E}"/>
          </ac:spMkLst>
        </pc:spChg>
        <pc:spChg chg="add mod">
          <ac:chgData name="Sándor Pecsora" userId="810b1d013327c237" providerId="LiveId" clId="{2AF33142-5B51-40F3-BA67-626CBC7CE3F8}" dt="2020-11-17T10:21:42.508" v="315" actId="1037"/>
          <ac:spMkLst>
            <pc:docMk/>
            <pc:sldMk cId="2266442202" sldId="347"/>
            <ac:spMk id="5" creationId="{1202D294-6C24-4C2A-BE82-5F1BD690B7E7}"/>
          </ac:spMkLst>
        </pc:spChg>
        <pc:spChg chg="del">
          <ac:chgData name="Sándor Pecsora" userId="810b1d013327c237" providerId="LiveId" clId="{2AF33142-5B51-40F3-BA67-626CBC7CE3F8}" dt="2020-11-16T14:50:22.743" v="144" actId="478"/>
          <ac:spMkLst>
            <pc:docMk/>
            <pc:sldMk cId="2266442202" sldId="347"/>
            <ac:spMk id="5" creationId="{A45E66EA-5B2E-43AC-88EC-7C6A2A7CFCFC}"/>
          </ac:spMkLst>
        </pc:spChg>
        <pc:spChg chg="del">
          <ac:chgData name="Sándor Pecsora" userId="810b1d013327c237" providerId="LiveId" clId="{2AF33142-5B51-40F3-BA67-626CBC7CE3F8}" dt="2020-11-16T14:50:22.743" v="144" actId="478"/>
          <ac:spMkLst>
            <pc:docMk/>
            <pc:sldMk cId="2266442202" sldId="347"/>
            <ac:spMk id="6" creationId="{EE3F9EAC-0507-47D8-8525-3106555D16C4}"/>
          </ac:spMkLst>
        </pc:spChg>
        <pc:spChg chg="add mod">
          <ac:chgData name="Sándor Pecsora" userId="810b1d013327c237" providerId="LiveId" clId="{2AF33142-5B51-40F3-BA67-626CBC7CE3F8}" dt="2020-11-17T10:21:42.508" v="315" actId="1037"/>
          <ac:spMkLst>
            <pc:docMk/>
            <pc:sldMk cId="2266442202" sldId="347"/>
            <ac:spMk id="7" creationId="{D16B2C27-59CB-4D33-8455-22F9880DD467}"/>
          </ac:spMkLst>
        </pc:spChg>
        <pc:spChg chg="add mod">
          <ac:chgData name="Sándor Pecsora" userId="810b1d013327c237" providerId="LiveId" clId="{2AF33142-5B51-40F3-BA67-626CBC7CE3F8}" dt="2020-11-23T09:42:34.703" v="1043"/>
          <ac:spMkLst>
            <pc:docMk/>
            <pc:sldMk cId="2266442202" sldId="347"/>
            <ac:spMk id="8" creationId="{7018F8D2-E501-4F20-A5FD-952F2FE3957E}"/>
          </ac:spMkLst>
        </pc:spChg>
        <pc:spChg chg="del">
          <ac:chgData name="Sándor Pecsora" userId="810b1d013327c237" providerId="LiveId" clId="{2AF33142-5B51-40F3-BA67-626CBC7CE3F8}" dt="2020-11-16T14:50:22.743" v="144" actId="478"/>
          <ac:spMkLst>
            <pc:docMk/>
            <pc:sldMk cId="2266442202" sldId="347"/>
            <ac:spMk id="8" creationId="{8824133B-A413-4585-A9A8-FA5BE3FBAAA2}"/>
          </ac:spMkLst>
        </pc:spChg>
        <pc:spChg chg="add mod">
          <ac:chgData name="Sándor Pecsora" userId="810b1d013327c237" providerId="LiveId" clId="{2AF33142-5B51-40F3-BA67-626CBC7CE3F8}" dt="2020-11-17T10:24:57.004" v="404" actId="20577"/>
          <ac:spMkLst>
            <pc:docMk/>
            <pc:sldMk cId="2266442202" sldId="347"/>
            <ac:spMk id="9" creationId="{2CDEA5D8-9084-4179-A43D-0DF94B94302E}"/>
          </ac:spMkLst>
        </pc:spChg>
        <pc:spChg chg="add mod">
          <ac:chgData name="Sándor Pecsora" userId="810b1d013327c237" providerId="LiveId" clId="{2AF33142-5B51-40F3-BA67-626CBC7CE3F8}" dt="2020-11-17T10:32:39.437" v="421" actId="14100"/>
          <ac:spMkLst>
            <pc:docMk/>
            <pc:sldMk cId="2266442202" sldId="347"/>
            <ac:spMk id="10" creationId="{7B7D7CDA-38DE-4B49-97E7-3D74B278A36F}"/>
          </ac:spMkLst>
        </pc:spChg>
        <pc:spChg chg="add mod">
          <ac:chgData name="Sándor Pecsora" userId="810b1d013327c237" providerId="LiveId" clId="{2AF33142-5B51-40F3-BA67-626CBC7CE3F8}" dt="2020-11-17T10:24:20.276" v="385" actId="14100"/>
          <ac:spMkLst>
            <pc:docMk/>
            <pc:sldMk cId="2266442202" sldId="347"/>
            <ac:spMk id="12" creationId="{32D1133A-F1C9-4A51-A89C-35679C7CD122}"/>
          </ac:spMkLst>
        </pc:spChg>
        <pc:spChg chg="add mod">
          <ac:chgData name="Sándor Pecsora" userId="810b1d013327c237" providerId="LiveId" clId="{2AF33142-5B51-40F3-BA67-626CBC7CE3F8}" dt="2020-11-17T10:33:08.392" v="447" actId="20577"/>
          <ac:spMkLst>
            <pc:docMk/>
            <pc:sldMk cId="2266442202" sldId="347"/>
            <ac:spMk id="13" creationId="{C593D500-9DB8-4AB1-8441-E2DB4D83CB84}"/>
          </ac:spMkLst>
        </pc:spChg>
        <pc:spChg chg="add mod">
          <ac:chgData name="Sándor Pecsora" userId="810b1d013327c237" providerId="LiveId" clId="{2AF33142-5B51-40F3-BA67-626CBC7CE3F8}" dt="2020-11-17T10:33:47.168" v="462" actId="1076"/>
          <ac:spMkLst>
            <pc:docMk/>
            <pc:sldMk cId="2266442202" sldId="347"/>
            <ac:spMk id="14" creationId="{E3BA873D-70C5-4DB7-9E15-5543732E3FAF}"/>
          </ac:spMkLst>
        </pc:spChg>
        <pc:spChg chg="add mod">
          <ac:chgData name="Sándor Pecsora" userId="810b1d013327c237" providerId="LiveId" clId="{2AF33142-5B51-40F3-BA67-626CBC7CE3F8}" dt="2020-11-17T10:34:05.798" v="469" actId="20577"/>
          <ac:spMkLst>
            <pc:docMk/>
            <pc:sldMk cId="2266442202" sldId="347"/>
            <ac:spMk id="15" creationId="{8096D2BB-045D-484D-A992-EC79D6810614}"/>
          </ac:spMkLst>
        </pc:spChg>
        <pc:spChg chg="add mod">
          <ac:chgData name="Sándor Pecsora" userId="810b1d013327c237" providerId="LiveId" clId="{2AF33142-5B51-40F3-BA67-626CBC7CE3F8}" dt="2020-11-17T10:38:25.537" v="526" actId="6549"/>
          <ac:spMkLst>
            <pc:docMk/>
            <pc:sldMk cId="2266442202" sldId="347"/>
            <ac:spMk id="16" creationId="{BF47FDF7-A9B6-448C-A5AD-65428EE652B9}"/>
          </ac:spMkLst>
        </pc:spChg>
        <pc:spChg chg="add mod">
          <ac:chgData name="Sándor Pecsora" userId="810b1d013327c237" providerId="LiveId" clId="{2AF33142-5B51-40F3-BA67-626CBC7CE3F8}" dt="2020-11-17T10:39:50.303" v="546" actId="1076"/>
          <ac:spMkLst>
            <pc:docMk/>
            <pc:sldMk cId="2266442202" sldId="347"/>
            <ac:spMk id="18" creationId="{E477BA75-CD8D-4EB3-AE17-DA44309210C5}"/>
          </ac:spMkLst>
        </pc:spChg>
        <pc:spChg chg="add mod">
          <ac:chgData name="Sándor Pecsora" userId="810b1d013327c237" providerId="LiveId" clId="{2AF33142-5B51-40F3-BA67-626CBC7CE3F8}" dt="2020-11-17T10:39:42.327" v="545" actId="1076"/>
          <ac:spMkLst>
            <pc:docMk/>
            <pc:sldMk cId="2266442202" sldId="347"/>
            <ac:spMk id="19" creationId="{5741BDF7-E15C-4B61-913D-77F49CF98FCC}"/>
          </ac:spMkLst>
        </pc:spChg>
        <pc:spChg chg="add mod">
          <ac:chgData name="Sándor Pecsora" userId="810b1d013327c237" providerId="LiveId" clId="{2AF33142-5B51-40F3-BA67-626CBC7CE3F8}" dt="2020-11-23T09:45:19.539" v="1047" actId="20577"/>
          <ac:spMkLst>
            <pc:docMk/>
            <pc:sldMk cId="2266442202" sldId="347"/>
            <ac:spMk id="20" creationId="{F839A61D-0077-4DD5-BC59-24DFCFA2EDE0}"/>
          </ac:spMkLst>
        </pc:spChg>
      </pc:sldChg>
      <pc:sldChg chg="del">
        <pc:chgData name="Sándor Pecsora" userId="810b1d013327c237" providerId="LiveId" clId="{2AF33142-5B51-40F3-BA67-626CBC7CE3F8}" dt="2020-11-16T14:49:57.788" v="139" actId="47"/>
        <pc:sldMkLst>
          <pc:docMk/>
          <pc:sldMk cId="3295388340" sldId="347"/>
        </pc:sldMkLst>
      </pc:sldChg>
      <pc:sldChg chg="del">
        <pc:chgData name="Sándor Pecsora" userId="810b1d013327c237" providerId="LiveId" clId="{2AF33142-5B51-40F3-BA67-626CBC7CE3F8}" dt="2020-11-16T14:49:59.034" v="140" actId="47"/>
        <pc:sldMkLst>
          <pc:docMk/>
          <pc:sldMk cId="2089455493" sldId="348"/>
        </pc:sldMkLst>
      </pc:sldChg>
      <pc:sldChg chg="modSp add mod ord">
        <pc:chgData name="Sándor Pecsora" userId="810b1d013327c237" providerId="LiveId" clId="{2AF33142-5B51-40F3-BA67-626CBC7CE3F8}" dt="2020-11-17T10:44:14.358" v="607" actId="20577"/>
        <pc:sldMkLst>
          <pc:docMk/>
          <pc:sldMk cId="4116908243" sldId="348"/>
        </pc:sldMkLst>
        <pc:spChg chg="mod">
          <ac:chgData name="Sándor Pecsora" userId="810b1d013327c237" providerId="LiveId" clId="{2AF33142-5B51-40F3-BA67-626CBC7CE3F8}" dt="2020-11-17T10:44:14.358" v="607" actId="20577"/>
          <ac:spMkLst>
            <pc:docMk/>
            <pc:sldMk cId="4116908243" sldId="348"/>
            <ac:spMk id="2" creationId="{00000000-0000-0000-0000-000000000000}"/>
          </ac:spMkLst>
        </pc:spChg>
      </pc:sldChg>
      <pc:sldChg chg="del">
        <pc:chgData name="Sándor Pecsora" userId="810b1d013327c237" providerId="LiveId" clId="{2AF33142-5B51-40F3-BA67-626CBC7CE3F8}" dt="2020-11-16T14:49:55.187" v="136" actId="47"/>
        <pc:sldMkLst>
          <pc:docMk/>
          <pc:sldMk cId="654483438" sldId="349"/>
        </pc:sldMkLst>
      </pc:sldChg>
      <pc:sldChg chg="modSp add mod">
        <pc:chgData name="Sándor Pecsora" userId="810b1d013327c237" providerId="LiveId" clId="{2AF33142-5B51-40F3-BA67-626CBC7CE3F8}" dt="2020-11-17T10:46:29.655" v="667" actId="6549"/>
        <pc:sldMkLst>
          <pc:docMk/>
          <pc:sldMk cId="840841235" sldId="349"/>
        </pc:sldMkLst>
        <pc:spChg chg="mod">
          <ac:chgData name="Sándor Pecsora" userId="810b1d013327c237" providerId="LiveId" clId="{2AF33142-5B51-40F3-BA67-626CBC7CE3F8}" dt="2020-11-17T10:44:34.540" v="610" actId="20577"/>
          <ac:spMkLst>
            <pc:docMk/>
            <pc:sldMk cId="840841235" sldId="349"/>
            <ac:spMk id="2" creationId="{00000000-0000-0000-0000-000000000000}"/>
          </ac:spMkLst>
        </pc:spChg>
        <pc:spChg chg="mod">
          <ac:chgData name="Sándor Pecsora" userId="810b1d013327c237" providerId="LiveId" clId="{2AF33142-5B51-40F3-BA67-626CBC7CE3F8}" dt="2020-11-17T10:46:29.655" v="667" actId="6549"/>
          <ac:spMkLst>
            <pc:docMk/>
            <pc:sldMk cId="840841235" sldId="349"/>
            <ac:spMk id="3" creationId="{00000000-0000-0000-0000-000000000000}"/>
          </ac:spMkLst>
        </pc:spChg>
      </pc:sldChg>
      <pc:sldChg chg="addSp delSp modSp add mod delAnim modAnim">
        <pc:chgData name="Sándor Pecsora" userId="810b1d013327c237" providerId="LiveId" clId="{2AF33142-5B51-40F3-BA67-626CBC7CE3F8}" dt="2020-11-23T09:31:53.457" v="1042"/>
        <pc:sldMkLst>
          <pc:docMk/>
          <pc:sldMk cId="3166092041" sldId="350"/>
        </pc:sldMkLst>
        <pc:spChg chg="del mod">
          <ac:chgData name="Sándor Pecsora" userId="810b1d013327c237" providerId="LiveId" clId="{2AF33142-5B51-40F3-BA67-626CBC7CE3F8}" dt="2020-11-18T12:16:22.378" v="670" actId="478"/>
          <ac:spMkLst>
            <pc:docMk/>
            <pc:sldMk cId="3166092041" sldId="350"/>
            <ac:spMk id="3" creationId="{00000000-0000-0000-0000-000000000000}"/>
          </ac:spMkLst>
        </pc:spChg>
        <pc:spChg chg="add mod">
          <ac:chgData name="Sándor Pecsora" userId="810b1d013327c237" providerId="LiveId" clId="{2AF33142-5B51-40F3-BA67-626CBC7CE3F8}" dt="2020-11-18T12:17:47.965" v="708" actId="1076"/>
          <ac:spMkLst>
            <pc:docMk/>
            <pc:sldMk cId="3166092041" sldId="350"/>
            <ac:spMk id="4" creationId="{C91C7334-396C-4A1E-9011-95764062E3F6}"/>
          </ac:spMkLst>
        </pc:spChg>
        <pc:spChg chg="add mod">
          <ac:chgData name="Sándor Pecsora" userId="810b1d013327c237" providerId="LiveId" clId="{2AF33142-5B51-40F3-BA67-626CBC7CE3F8}" dt="2020-11-18T12:38:58.940" v="1001" actId="1076"/>
          <ac:spMkLst>
            <pc:docMk/>
            <pc:sldMk cId="3166092041" sldId="350"/>
            <ac:spMk id="5" creationId="{D2CDF0E6-9F57-4E0F-AFCE-314C3290F785}"/>
          </ac:spMkLst>
        </pc:spChg>
        <pc:spChg chg="add mod">
          <ac:chgData name="Sándor Pecsora" userId="810b1d013327c237" providerId="LiveId" clId="{2AF33142-5B51-40F3-BA67-626CBC7CE3F8}" dt="2020-11-18T12:39:09.435" v="1002" actId="1076"/>
          <ac:spMkLst>
            <pc:docMk/>
            <pc:sldMk cId="3166092041" sldId="350"/>
            <ac:spMk id="7" creationId="{F4DA0F94-9540-409D-A9AF-8B06CE6998BE}"/>
          </ac:spMkLst>
        </pc:spChg>
        <pc:spChg chg="add del mod">
          <ac:chgData name="Sándor Pecsora" userId="810b1d013327c237" providerId="LiveId" clId="{2AF33142-5B51-40F3-BA67-626CBC7CE3F8}" dt="2020-11-18T12:28:30.625" v="807" actId="478"/>
          <ac:spMkLst>
            <pc:docMk/>
            <pc:sldMk cId="3166092041" sldId="350"/>
            <ac:spMk id="8" creationId="{ADACF970-F128-4450-AFDB-473A171C776E}"/>
          </ac:spMkLst>
        </pc:spChg>
        <pc:spChg chg="add mod">
          <ac:chgData name="Sándor Pecsora" userId="810b1d013327c237" providerId="LiveId" clId="{2AF33142-5B51-40F3-BA67-626CBC7CE3F8}" dt="2020-11-18T12:39:09.435" v="1002" actId="1076"/>
          <ac:spMkLst>
            <pc:docMk/>
            <pc:sldMk cId="3166092041" sldId="350"/>
            <ac:spMk id="9" creationId="{56218814-ED19-4568-93FE-7835B15DAAB7}"/>
          </ac:spMkLst>
        </pc:spChg>
        <pc:spChg chg="add mod">
          <ac:chgData name="Sándor Pecsora" userId="810b1d013327c237" providerId="LiveId" clId="{2AF33142-5B51-40F3-BA67-626CBC7CE3F8}" dt="2020-11-18T12:39:16.747" v="1003" actId="1076"/>
          <ac:spMkLst>
            <pc:docMk/>
            <pc:sldMk cId="3166092041" sldId="350"/>
            <ac:spMk id="10" creationId="{A42BD1FE-0237-41F9-8E34-0809E2168D82}"/>
          </ac:spMkLst>
        </pc:spChg>
        <pc:spChg chg="add del mod">
          <ac:chgData name="Sándor Pecsora" userId="810b1d013327c237" providerId="LiveId" clId="{2AF33142-5B51-40F3-BA67-626CBC7CE3F8}" dt="2020-11-18T12:35:21.457" v="945" actId="478"/>
          <ac:spMkLst>
            <pc:docMk/>
            <pc:sldMk cId="3166092041" sldId="350"/>
            <ac:spMk id="11" creationId="{4124D014-B5F2-4686-8BD0-60D1302E3FC3}"/>
          </ac:spMkLst>
        </pc:spChg>
        <pc:spChg chg="add mod">
          <ac:chgData name="Sándor Pecsora" userId="810b1d013327c237" providerId="LiveId" clId="{2AF33142-5B51-40F3-BA67-626CBC7CE3F8}" dt="2020-11-18T12:39:20.252" v="1004" actId="1076"/>
          <ac:spMkLst>
            <pc:docMk/>
            <pc:sldMk cId="3166092041" sldId="350"/>
            <ac:spMk id="12" creationId="{A54DBD78-3DB3-4CF2-A3CB-0AB354E97B62}"/>
          </ac:spMkLst>
        </pc:spChg>
        <pc:spChg chg="add del mod">
          <ac:chgData name="Sándor Pecsora" userId="810b1d013327c237" providerId="LiveId" clId="{2AF33142-5B51-40F3-BA67-626CBC7CE3F8}" dt="2020-11-18T12:37:46.935" v="988"/>
          <ac:spMkLst>
            <pc:docMk/>
            <pc:sldMk cId="3166092041" sldId="350"/>
            <ac:spMk id="13" creationId="{36C07A35-DE38-481F-98EB-227BF89EC0E4}"/>
          </ac:spMkLst>
        </pc:spChg>
        <pc:spChg chg="add del mod">
          <ac:chgData name="Sándor Pecsora" userId="810b1d013327c237" providerId="LiveId" clId="{2AF33142-5B51-40F3-BA67-626CBC7CE3F8}" dt="2020-11-18T12:37:46.935" v="988"/>
          <ac:spMkLst>
            <pc:docMk/>
            <pc:sldMk cId="3166092041" sldId="350"/>
            <ac:spMk id="14" creationId="{F701F26F-CD42-454C-87F8-8B5E22B56A72}"/>
          </ac:spMkLst>
        </pc:spChg>
        <pc:spChg chg="add del mod">
          <ac:chgData name="Sándor Pecsora" userId="810b1d013327c237" providerId="LiveId" clId="{2AF33142-5B51-40F3-BA67-626CBC7CE3F8}" dt="2020-11-18T12:37:46.935" v="988"/>
          <ac:spMkLst>
            <pc:docMk/>
            <pc:sldMk cId="3166092041" sldId="350"/>
            <ac:spMk id="15" creationId="{09A3FC11-38C7-4AC3-81F2-5705E962786C}"/>
          </ac:spMkLst>
        </pc:spChg>
        <pc:spChg chg="add mod">
          <ac:chgData name="Sándor Pecsora" userId="810b1d013327c237" providerId="LiveId" clId="{2AF33142-5B51-40F3-BA67-626CBC7CE3F8}" dt="2020-11-18T12:39:25.853" v="1005" actId="1076"/>
          <ac:spMkLst>
            <pc:docMk/>
            <pc:sldMk cId="3166092041" sldId="350"/>
            <ac:spMk id="16" creationId="{51040F1E-8A37-44C5-A561-E1D632E8F637}"/>
          </ac:spMkLst>
        </pc:spChg>
        <pc:spChg chg="add mod">
          <ac:chgData name="Sándor Pecsora" userId="810b1d013327c237" providerId="LiveId" clId="{2AF33142-5B51-40F3-BA67-626CBC7CE3F8}" dt="2020-11-18T12:39:25.853" v="1005" actId="1076"/>
          <ac:spMkLst>
            <pc:docMk/>
            <pc:sldMk cId="3166092041" sldId="350"/>
            <ac:spMk id="17" creationId="{04AC9686-2B1D-4D89-ADAF-CCA00319AB15}"/>
          </ac:spMkLst>
        </pc:spChg>
        <pc:spChg chg="add mod">
          <ac:chgData name="Sándor Pecsora" userId="810b1d013327c237" providerId="LiveId" clId="{2AF33142-5B51-40F3-BA67-626CBC7CE3F8}" dt="2020-11-18T12:39:25.853" v="1005" actId="1076"/>
          <ac:spMkLst>
            <pc:docMk/>
            <pc:sldMk cId="3166092041" sldId="350"/>
            <ac:spMk id="18" creationId="{918736B2-D152-4AC8-BDAF-6E1CAC8B1DBD}"/>
          </ac:spMkLst>
        </pc:spChg>
        <pc:spChg chg="add mod">
          <ac:chgData name="Sándor Pecsora" userId="810b1d013327c237" providerId="LiveId" clId="{2AF33142-5B51-40F3-BA67-626CBC7CE3F8}" dt="2020-11-18T12:40:03.777" v="1030" actId="20577"/>
          <ac:spMkLst>
            <pc:docMk/>
            <pc:sldMk cId="3166092041" sldId="350"/>
            <ac:spMk id="19" creationId="{53DA1013-BB82-48B4-ADD7-3240A482673B}"/>
          </ac:spMkLst>
        </pc:spChg>
        <pc:spChg chg="add mod">
          <ac:chgData name="Sándor Pecsora" userId="810b1d013327c237" providerId="LiveId" clId="{2AF33142-5B51-40F3-BA67-626CBC7CE3F8}" dt="2020-11-18T12:41:13.006" v="1039" actId="14100"/>
          <ac:spMkLst>
            <pc:docMk/>
            <pc:sldMk cId="3166092041" sldId="350"/>
            <ac:spMk id="21" creationId="{CA47297A-227F-4FE1-8670-A57A3F5B5C90}"/>
          </ac:spMkLst>
        </pc:spChg>
      </pc:sldChg>
      <pc:sldChg chg="modSp mod">
        <pc:chgData name="Sándor Pecsora" userId="810b1d013327c237" providerId="LiveId" clId="{2AF33142-5B51-40F3-BA67-626CBC7CE3F8}" dt="2020-11-26T08:25:51.005" v="1119" actId="6549"/>
        <pc:sldMkLst>
          <pc:docMk/>
          <pc:sldMk cId="2385346336" sldId="351"/>
        </pc:sldMkLst>
        <pc:spChg chg="mod">
          <ac:chgData name="Sándor Pecsora" userId="810b1d013327c237" providerId="LiveId" clId="{2AF33142-5B51-40F3-BA67-626CBC7CE3F8}" dt="2020-11-26T08:25:51.005" v="1119" actId="6549"/>
          <ac:spMkLst>
            <pc:docMk/>
            <pc:sldMk cId="2385346336" sldId="351"/>
            <ac:spMk id="3" creationId="{00000000-0000-0000-0000-000000000000}"/>
          </ac:spMkLst>
        </pc:spChg>
      </pc:sldChg>
    </pc:docChg>
  </pc:docChgLst>
  <pc:docChgLst>
    <pc:chgData name="Sándor Pecsora" userId="810b1d013327c237" providerId="LiveId" clId="{D1B30A52-5270-4CD6-A300-F82891B22968}"/>
    <pc:docChg chg="modSld">
      <pc:chgData name="Sándor Pecsora" userId="810b1d013327c237" providerId="LiveId" clId="{D1B30A52-5270-4CD6-A300-F82891B22968}" dt="2021-11-22T08:05:11.148" v="21" actId="14100"/>
      <pc:docMkLst>
        <pc:docMk/>
      </pc:docMkLst>
      <pc:sldChg chg="modSp">
        <pc:chgData name="Sándor Pecsora" userId="810b1d013327c237" providerId="LiveId" clId="{D1B30A52-5270-4CD6-A300-F82891B22968}" dt="2021-11-22T08:04:05.292" v="2" actId="20577"/>
        <pc:sldMkLst>
          <pc:docMk/>
          <pc:sldMk cId="3501878932" sldId="321"/>
        </pc:sldMkLst>
        <pc:spChg chg="mod">
          <ac:chgData name="Sándor Pecsora" userId="810b1d013327c237" providerId="LiveId" clId="{D1B30A52-5270-4CD6-A300-F82891B22968}" dt="2021-11-22T08:04:05.292" v="2" actId="20577"/>
          <ac:spMkLst>
            <pc:docMk/>
            <pc:sldMk cId="3501878932" sldId="321"/>
            <ac:spMk id="4" creationId="{3A074465-756F-4C52-8EA2-0A34F87E961E}"/>
          </ac:spMkLst>
        </pc:spChg>
      </pc:sldChg>
      <pc:sldChg chg="modSp mod">
        <pc:chgData name="Sándor Pecsora" userId="810b1d013327c237" providerId="LiveId" clId="{D1B30A52-5270-4CD6-A300-F82891B22968}" dt="2021-11-22T08:04:47.613" v="15" actId="14100"/>
        <pc:sldMkLst>
          <pc:docMk/>
          <pc:sldMk cId="2266442202" sldId="347"/>
        </pc:sldMkLst>
        <pc:spChg chg="mod">
          <ac:chgData name="Sándor Pecsora" userId="810b1d013327c237" providerId="LiveId" clId="{D1B30A52-5270-4CD6-A300-F82891B22968}" dt="2021-11-22T08:04:30.460" v="10" actId="1076"/>
          <ac:spMkLst>
            <pc:docMk/>
            <pc:sldMk cId="2266442202" sldId="347"/>
            <ac:spMk id="16" creationId="{BF47FDF7-A9B6-448C-A5AD-65428EE652B9}"/>
          </ac:spMkLst>
        </pc:spChg>
        <pc:spChg chg="mod">
          <ac:chgData name="Sándor Pecsora" userId="810b1d013327c237" providerId="LiveId" clId="{D1B30A52-5270-4CD6-A300-F82891B22968}" dt="2021-11-22T08:04:37.017" v="12" actId="20577"/>
          <ac:spMkLst>
            <pc:docMk/>
            <pc:sldMk cId="2266442202" sldId="347"/>
            <ac:spMk id="18" creationId="{E477BA75-CD8D-4EB3-AE17-DA44309210C5}"/>
          </ac:spMkLst>
        </pc:spChg>
        <pc:spChg chg="mod">
          <ac:chgData name="Sándor Pecsora" userId="810b1d013327c237" providerId="LiveId" clId="{D1B30A52-5270-4CD6-A300-F82891B22968}" dt="2021-11-22T08:04:47.613" v="15" actId="14100"/>
          <ac:spMkLst>
            <pc:docMk/>
            <pc:sldMk cId="2266442202" sldId="347"/>
            <ac:spMk id="20" creationId="{F839A61D-0077-4DD5-BC59-24DFCFA2EDE0}"/>
          </ac:spMkLst>
        </pc:spChg>
      </pc:sldChg>
      <pc:sldChg chg="modSp mod">
        <pc:chgData name="Sándor Pecsora" userId="810b1d013327c237" providerId="LiveId" clId="{D1B30A52-5270-4CD6-A300-F82891B22968}" dt="2021-11-22T08:05:11.148" v="21" actId="14100"/>
        <pc:sldMkLst>
          <pc:docMk/>
          <pc:sldMk cId="3166092041" sldId="350"/>
        </pc:sldMkLst>
        <pc:spChg chg="mod">
          <ac:chgData name="Sándor Pecsora" userId="810b1d013327c237" providerId="LiveId" clId="{D1B30A52-5270-4CD6-A300-F82891B22968}" dt="2021-11-22T08:05:04.375" v="18" actId="14100"/>
          <ac:spMkLst>
            <pc:docMk/>
            <pc:sldMk cId="3166092041" sldId="350"/>
            <ac:spMk id="18" creationId="{918736B2-D152-4AC8-BDAF-6E1CAC8B1DBD}"/>
          </ac:spMkLst>
        </pc:spChg>
        <pc:spChg chg="mod">
          <ac:chgData name="Sándor Pecsora" userId="810b1d013327c237" providerId="LiveId" clId="{D1B30A52-5270-4CD6-A300-F82891B22968}" dt="2021-11-22T08:05:11.148" v="21" actId="14100"/>
          <ac:spMkLst>
            <pc:docMk/>
            <pc:sldMk cId="3166092041" sldId="350"/>
            <ac:spMk id="19" creationId="{53DA1013-BB82-48B4-ADD7-3240A482673B}"/>
          </ac:spMkLst>
        </pc:spChg>
      </pc:sldChg>
    </pc:docChg>
  </pc:docChgLst>
  <pc:docChgLst>
    <pc:chgData name="Sándor Pecsora" userId="810b1d013327c237" providerId="LiveId" clId="{9A6073BB-D37B-4EFE-8E2F-2766525950C0}"/>
    <pc:docChg chg="custSel addSld delSld modSld">
      <pc:chgData name="Sándor Pecsora" userId="810b1d013327c237" providerId="LiveId" clId="{9A6073BB-D37B-4EFE-8E2F-2766525950C0}" dt="2024-11-01T16:45:40.565" v="103" actId="14100"/>
      <pc:docMkLst>
        <pc:docMk/>
      </pc:docMkLst>
      <pc:sldChg chg="modSp">
        <pc:chgData name="Sándor Pecsora" userId="810b1d013327c237" providerId="LiveId" clId="{9A6073BB-D37B-4EFE-8E2F-2766525950C0}" dt="2024-11-01T16:36:40.569" v="0"/>
        <pc:sldMkLst>
          <pc:docMk/>
          <pc:sldMk cId="3501878932" sldId="321"/>
        </pc:sldMkLst>
        <pc:spChg chg="mod">
          <ac:chgData name="Sándor Pecsora" userId="810b1d013327c237" providerId="LiveId" clId="{9A6073BB-D37B-4EFE-8E2F-2766525950C0}" dt="2024-11-01T16:36:40.569" v="0"/>
          <ac:spMkLst>
            <pc:docMk/>
            <pc:sldMk cId="3501878932" sldId="321"/>
            <ac:spMk id="2" creationId="{00000000-0000-0000-0000-000000000000}"/>
          </ac:spMkLst>
        </pc:spChg>
      </pc:sldChg>
      <pc:sldChg chg="modSp">
        <pc:chgData name="Sándor Pecsora" userId="810b1d013327c237" providerId="LiveId" clId="{9A6073BB-D37B-4EFE-8E2F-2766525950C0}" dt="2024-11-01T16:36:40.569" v="0"/>
        <pc:sldMkLst>
          <pc:docMk/>
          <pc:sldMk cId="811959074" sldId="330"/>
        </pc:sldMkLst>
        <pc:spChg chg="mod">
          <ac:chgData name="Sándor Pecsora" userId="810b1d013327c237" providerId="LiveId" clId="{9A6073BB-D37B-4EFE-8E2F-2766525950C0}" dt="2024-11-01T16:36:40.569" v="0"/>
          <ac:spMkLst>
            <pc:docMk/>
            <pc:sldMk cId="811959074" sldId="330"/>
            <ac:spMk id="2" creationId="{C78D57D7-8956-49F9-9353-B533C5FBD7E1}"/>
          </ac:spMkLst>
        </pc:spChg>
      </pc:sldChg>
      <pc:sldChg chg="modSp del">
        <pc:chgData name="Sándor Pecsora" userId="810b1d013327c237" providerId="LiveId" clId="{9A6073BB-D37B-4EFE-8E2F-2766525950C0}" dt="2024-11-01T16:43:19.685" v="98" actId="47"/>
        <pc:sldMkLst>
          <pc:docMk/>
          <pc:sldMk cId="2266442202" sldId="347"/>
        </pc:sldMkLst>
        <pc:spChg chg="mod">
          <ac:chgData name="Sándor Pecsora" userId="810b1d013327c237" providerId="LiveId" clId="{9A6073BB-D37B-4EFE-8E2F-2766525950C0}" dt="2024-11-01T16:36:40.569" v="0"/>
          <ac:spMkLst>
            <pc:docMk/>
            <pc:sldMk cId="2266442202" sldId="347"/>
            <ac:spMk id="2" creationId="{00000000-0000-0000-0000-000000000000}"/>
          </ac:spMkLst>
        </pc:spChg>
      </pc:sldChg>
      <pc:sldChg chg="modSp">
        <pc:chgData name="Sándor Pecsora" userId="810b1d013327c237" providerId="LiveId" clId="{9A6073BB-D37B-4EFE-8E2F-2766525950C0}" dt="2024-11-01T16:36:40.569" v="0"/>
        <pc:sldMkLst>
          <pc:docMk/>
          <pc:sldMk cId="4116908243" sldId="348"/>
        </pc:sldMkLst>
        <pc:spChg chg="mod">
          <ac:chgData name="Sándor Pecsora" userId="810b1d013327c237" providerId="LiveId" clId="{9A6073BB-D37B-4EFE-8E2F-2766525950C0}" dt="2024-11-01T16:36:40.569" v="0"/>
          <ac:spMkLst>
            <pc:docMk/>
            <pc:sldMk cId="4116908243" sldId="348"/>
            <ac:spMk id="2" creationId="{00000000-0000-0000-0000-000000000000}"/>
          </ac:spMkLst>
        </pc:spChg>
      </pc:sldChg>
      <pc:sldChg chg="modSp">
        <pc:chgData name="Sándor Pecsora" userId="810b1d013327c237" providerId="LiveId" clId="{9A6073BB-D37B-4EFE-8E2F-2766525950C0}" dt="2024-11-01T16:36:40.569" v="0"/>
        <pc:sldMkLst>
          <pc:docMk/>
          <pc:sldMk cId="840841235" sldId="349"/>
        </pc:sldMkLst>
        <pc:spChg chg="mod">
          <ac:chgData name="Sándor Pecsora" userId="810b1d013327c237" providerId="LiveId" clId="{9A6073BB-D37B-4EFE-8E2F-2766525950C0}" dt="2024-11-01T16:36:40.569" v="0"/>
          <ac:spMkLst>
            <pc:docMk/>
            <pc:sldMk cId="840841235" sldId="349"/>
            <ac:spMk id="2" creationId="{00000000-0000-0000-0000-000000000000}"/>
          </ac:spMkLst>
        </pc:spChg>
      </pc:sldChg>
      <pc:sldChg chg="addSp modSp mod modAnim">
        <pc:chgData name="Sándor Pecsora" userId="810b1d013327c237" providerId="LiveId" clId="{9A6073BB-D37B-4EFE-8E2F-2766525950C0}" dt="2024-11-01T16:45:40.565" v="103" actId="14100"/>
        <pc:sldMkLst>
          <pc:docMk/>
          <pc:sldMk cId="3166092041" sldId="350"/>
        </pc:sldMkLst>
        <pc:spChg chg="mod">
          <ac:chgData name="Sándor Pecsora" userId="810b1d013327c237" providerId="LiveId" clId="{9A6073BB-D37B-4EFE-8E2F-2766525950C0}" dt="2024-11-01T16:36:40.569" v="0"/>
          <ac:spMkLst>
            <pc:docMk/>
            <pc:sldMk cId="3166092041" sldId="350"/>
            <ac:spMk id="2" creationId="{00000000-0000-0000-0000-000000000000}"/>
          </ac:spMkLst>
        </pc:spChg>
        <pc:picChg chg="add mod modCrop">
          <ac:chgData name="Sándor Pecsora" userId="810b1d013327c237" providerId="LiveId" clId="{9A6073BB-D37B-4EFE-8E2F-2766525950C0}" dt="2024-11-01T16:45:40.565" v="103" actId="14100"/>
          <ac:picMkLst>
            <pc:docMk/>
            <pc:sldMk cId="3166092041" sldId="350"/>
            <ac:picMk id="3" creationId="{C001B2D1-6046-B4A2-1ABE-425C0CA14F90}"/>
          </ac:picMkLst>
        </pc:picChg>
      </pc:sldChg>
      <pc:sldChg chg="modSp">
        <pc:chgData name="Sándor Pecsora" userId="810b1d013327c237" providerId="LiveId" clId="{9A6073BB-D37B-4EFE-8E2F-2766525950C0}" dt="2024-11-01T16:36:40.569" v="0"/>
        <pc:sldMkLst>
          <pc:docMk/>
          <pc:sldMk cId="2385346336" sldId="351"/>
        </pc:sldMkLst>
        <pc:spChg chg="mod">
          <ac:chgData name="Sándor Pecsora" userId="810b1d013327c237" providerId="LiveId" clId="{9A6073BB-D37B-4EFE-8E2F-2766525950C0}" dt="2024-11-01T16:36:40.569" v="0"/>
          <ac:spMkLst>
            <pc:docMk/>
            <pc:sldMk cId="2385346336" sldId="351"/>
            <ac:spMk id="2" creationId="{00000000-0000-0000-0000-000000000000}"/>
          </ac:spMkLst>
        </pc:spChg>
      </pc:sldChg>
      <pc:sldChg chg="modSp">
        <pc:chgData name="Sándor Pecsora" userId="810b1d013327c237" providerId="LiveId" clId="{9A6073BB-D37B-4EFE-8E2F-2766525950C0}" dt="2024-11-01T16:36:40.569" v="0"/>
        <pc:sldMkLst>
          <pc:docMk/>
          <pc:sldMk cId="3688976290" sldId="352"/>
        </pc:sldMkLst>
        <pc:spChg chg="mod">
          <ac:chgData name="Sándor Pecsora" userId="810b1d013327c237" providerId="LiveId" clId="{9A6073BB-D37B-4EFE-8E2F-2766525950C0}" dt="2024-11-01T16:36:40.569" v="0"/>
          <ac:spMkLst>
            <pc:docMk/>
            <pc:sldMk cId="3688976290" sldId="352"/>
            <ac:spMk id="2" creationId="{00000000-0000-0000-0000-000000000000}"/>
          </ac:spMkLst>
        </pc:spChg>
        <pc:spChg chg="mod">
          <ac:chgData name="Sándor Pecsora" userId="810b1d013327c237" providerId="LiveId" clId="{9A6073BB-D37B-4EFE-8E2F-2766525950C0}" dt="2024-11-01T16:36:40.569" v="0"/>
          <ac:spMkLst>
            <pc:docMk/>
            <pc:sldMk cId="3688976290" sldId="352"/>
            <ac:spMk id="3" creationId="{00000000-0000-0000-0000-000000000000}"/>
          </ac:spMkLst>
        </pc:spChg>
      </pc:sldChg>
      <pc:sldChg chg="modSp">
        <pc:chgData name="Sándor Pecsora" userId="810b1d013327c237" providerId="LiveId" clId="{9A6073BB-D37B-4EFE-8E2F-2766525950C0}" dt="2024-11-01T16:36:40.569" v="0"/>
        <pc:sldMkLst>
          <pc:docMk/>
          <pc:sldMk cId="1788621070" sldId="353"/>
        </pc:sldMkLst>
        <pc:spChg chg="mod">
          <ac:chgData name="Sándor Pecsora" userId="810b1d013327c237" providerId="LiveId" clId="{9A6073BB-D37B-4EFE-8E2F-2766525950C0}" dt="2024-11-01T16:36:40.569" v="0"/>
          <ac:spMkLst>
            <pc:docMk/>
            <pc:sldMk cId="1788621070" sldId="353"/>
            <ac:spMk id="2" creationId="{00000000-0000-0000-0000-000000000000}"/>
          </ac:spMkLst>
        </pc:spChg>
        <pc:spChg chg="mod">
          <ac:chgData name="Sándor Pecsora" userId="810b1d013327c237" providerId="LiveId" clId="{9A6073BB-D37B-4EFE-8E2F-2766525950C0}" dt="2024-11-01T16:36:40.569" v="0"/>
          <ac:spMkLst>
            <pc:docMk/>
            <pc:sldMk cId="1788621070" sldId="353"/>
            <ac:spMk id="3" creationId="{00000000-0000-0000-0000-000000000000}"/>
          </ac:spMkLst>
        </pc:spChg>
      </pc:sldChg>
      <pc:sldChg chg="modSp">
        <pc:chgData name="Sándor Pecsora" userId="810b1d013327c237" providerId="LiveId" clId="{9A6073BB-D37B-4EFE-8E2F-2766525950C0}" dt="2024-11-01T16:36:40.569" v="0"/>
        <pc:sldMkLst>
          <pc:docMk/>
          <pc:sldMk cId="2768049830" sldId="354"/>
        </pc:sldMkLst>
        <pc:spChg chg="mod">
          <ac:chgData name="Sándor Pecsora" userId="810b1d013327c237" providerId="LiveId" clId="{9A6073BB-D37B-4EFE-8E2F-2766525950C0}" dt="2024-11-01T16:36:40.569" v="0"/>
          <ac:spMkLst>
            <pc:docMk/>
            <pc:sldMk cId="2768049830" sldId="354"/>
            <ac:spMk id="2" creationId="{00000000-0000-0000-0000-000000000000}"/>
          </ac:spMkLst>
        </pc:spChg>
        <pc:spChg chg="mod">
          <ac:chgData name="Sándor Pecsora" userId="810b1d013327c237" providerId="LiveId" clId="{9A6073BB-D37B-4EFE-8E2F-2766525950C0}" dt="2024-11-01T16:36:40.569" v="0"/>
          <ac:spMkLst>
            <pc:docMk/>
            <pc:sldMk cId="2768049830" sldId="354"/>
            <ac:spMk id="3" creationId="{00000000-0000-0000-0000-000000000000}"/>
          </ac:spMkLst>
        </pc:spChg>
      </pc:sldChg>
      <pc:sldChg chg="delSp modSp mod">
        <pc:chgData name="Sándor Pecsora" userId="810b1d013327c237" providerId="LiveId" clId="{9A6073BB-D37B-4EFE-8E2F-2766525950C0}" dt="2024-11-01T16:37:32.611" v="11" actId="478"/>
        <pc:sldMkLst>
          <pc:docMk/>
          <pc:sldMk cId="3735662663" sldId="355"/>
        </pc:sldMkLst>
        <pc:spChg chg="mod">
          <ac:chgData name="Sándor Pecsora" userId="810b1d013327c237" providerId="LiveId" clId="{9A6073BB-D37B-4EFE-8E2F-2766525950C0}" dt="2024-11-01T16:37:27.877" v="10"/>
          <ac:spMkLst>
            <pc:docMk/>
            <pc:sldMk cId="3735662663" sldId="355"/>
            <ac:spMk id="3" creationId="{00000000-0000-0000-0000-000000000000}"/>
          </ac:spMkLst>
        </pc:spChg>
        <pc:spChg chg="mod">
          <ac:chgData name="Sándor Pecsora" userId="810b1d013327c237" providerId="LiveId" clId="{9A6073BB-D37B-4EFE-8E2F-2766525950C0}" dt="2024-11-01T16:37:23.149" v="9" actId="6549"/>
          <ac:spMkLst>
            <pc:docMk/>
            <pc:sldMk cId="3735662663" sldId="355"/>
            <ac:spMk id="4" creationId="{002A1929-D361-4830-B28B-82105341B8EC}"/>
          </ac:spMkLst>
        </pc:spChg>
        <pc:spChg chg="del">
          <ac:chgData name="Sándor Pecsora" userId="810b1d013327c237" providerId="LiveId" clId="{9A6073BB-D37B-4EFE-8E2F-2766525950C0}" dt="2024-11-01T16:37:32.611" v="11" actId="478"/>
          <ac:spMkLst>
            <pc:docMk/>
            <pc:sldMk cId="3735662663" sldId="355"/>
            <ac:spMk id="6" creationId="{138B5CDD-DF06-4B9E-97D9-BB5E2ADD616B}"/>
          </ac:spMkLst>
        </pc:spChg>
      </pc:sldChg>
      <pc:sldChg chg="modSp add mod">
        <pc:chgData name="Sándor Pecsora" userId="810b1d013327c237" providerId="LiveId" clId="{9A6073BB-D37B-4EFE-8E2F-2766525950C0}" dt="2024-11-01T16:43:15.658" v="97" actId="1076"/>
        <pc:sldMkLst>
          <pc:docMk/>
          <pc:sldMk cId="3175224525" sldId="356"/>
        </pc:sldMkLst>
        <pc:spChg chg="mod">
          <ac:chgData name="Sándor Pecsora" userId="810b1d013327c237" providerId="LiveId" clId="{9A6073BB-D37B-4EFE-8E2F-2766525950C0}" dt="2024-11-01T16:41:04.319" v="73"/>
          <ac:spMkLst>
            <pc:docMk/>
            <pc:sldMk cId="3175224525" sldId="356"/>
            <ac:spMk id="2" creationId="{00000000-0000-0000-0000-000000000000}"/>
          </ac:spMkLst>
        </pc:spChg>
        <pc:spChg chg="mod">
          <ac:chgData name="Sándor Pecsora" userId="810b1d013327c237" providerId="LiveId" clId="{9A6073BB-D37B-4EFE-8E2F-2766525950C0}" dt="2024-11-01T16:40:51.093" v="72"/>
          <ac:spMkLst>
            <pc:docMk/>
            <pc:sldMk cId="3175224525" sldId="356"/>
            <ac:spMk id="3" creationId="{00000000-0000-0000-0000-000000000000}"/>
          </ac:spMkLst>
        </pc:spChg>
        <pc:spChg chg="mod">
          <ac:chgData name="Sándor Pecsora" userId="810b1d013327c237" providerId="LiveId" clId="{9A6073BB-D37B-4EFE-8E2F-2766525950C0}" dt="2024-11-01T16:40:33.519" v="71"/>
          <ac:spMkLst>
            <pc:docMk/>
            <pc:sldMk cId="3175224525" sldId="356"/>
            <ac:spMk id="5" creationId="{1202D294-6C24-4C2A-BE82-5F1BD690B7E7}"/>
          </ac:spMkLst>
        </pc:spChg>
        <pc:spChg chg="mod">
          <ac:chgData name="Sándor Pecsora" userId="810b1d013327c237" providerId="LiveId" clId="{9A6073BB-D37B-4EFE-8E2F-2766525950C0}" dt="2024-11-01T16:40:25.734" v="70" actId="1076"/>
          <ac:spMkLst>
            <pc:docMk/>
            <pc:sldMk cId="3175224525" sldId="356"/>
            <ac:spMk id="7" creationId="{D16B2C27-59CB-4D33-8455-22F9880DD467}"/>
          </ac:spMkLst>
        </pc:spChg>
        <pc:spChg chg="mod">
          <ac:chgData name="Sándor Pecsora" userId="810b1d013327c237" providerId="LiveId" clId="{9A6073BB-D37B-4EFE-8E2F-2766525950C0}" dt="2024-11-01T16:40:09.226" v="66" actId="1076"/>
          <ac:spMkLst>
            <pc:docMk/>
            <pc:sldMk cId="3175224525" sldId="356"/>
            <ac:spMk id="8" creationId="{7018F8D2-E501-4F20-A5FD-952F2FE3957E}"/>
          </ac:spMkLst>
        </pc:spChg>
        <pc:spChg chg="mod">
          <ac:chgData name="Sándor Pecsora" userId="810b1d013327c237" providerId="LiveId" clId="{9A6073BB-D37B-4EFE-8E2F-2766525950C0}" dt="2024-11-01T16:40:09.226" v="66" actId="1076"/>
          <ac:spMkLst>
            <pc:docMk/>
            <pc:sldMk cId="3175224525" sldId="356"/>
            <ac:spMk id="9" creationId="{2CDEA5D8-9084-4179-A43D-0DF94B94302E}"/>
          </ac:spMkLst>
        </pc:spChg>
        <pc:spChg chg="mod">
          <ac:chgData name="Sándor Pecsora" userId="810b1d013327c237" providerId="LiveId" clId="{9A6073BB-D37B-4EFE-8E2F-2766525950C0}" dt="2024-11-01T16:40:09.226" v="66" actId="1076"/>
          <ac:spMkLst>
            <pc:docMk/>
            <pc:sldMk cId="3175224525" sldId="356"/>
            <ac:spMk id="10" creationId="{7B7D7CDA-38DE-4B49-97E7-3D74B278A36F}"/>
          </ac:spMkLst>
        </pc:spChg>
        <pc:spChg chg="mod">
          <ac:chgData name="Sándor Pecsora" userId="810b1d013327c237" providerId="LiveId" clId="{9A6073BB-D37B-4EFE-8E2F-2766525950C0}" dt="2024-11-01T16:40:25.734" v="70" actId="1076"/>
          <ac:spMkLst>
            <pc:docMk/>
            <pc:sldMk cId="3175224525" sldId="356"/>
            <ac:spMk id="12" creationId="{32D1133A-F1C9-4A51-A89C-35679C7CD122}"/>
          </ac:spMkLst>
        </pc:spChg>
        <pc:spChg chg="mod">
          <ac:chgData name="Sándor Pecsora" userId="810b1d013327c237" providerId="LiveId" clId="{9A6073BB-D37B-4EFE-8E2F-2766525950C0}" dt="2024-11-01T16:41:32.072" v="75"/>
          <ac:spMkLst>
            <pc:docMk/>
            <pc:sldMk cId="3175224525" sldId="356"/>
            <ac:spMk id="13" creationId="{C593D500-9DB8-4AB1-8441-E2DB4D83CB84}"/>
          </ac:spMkLst>
        </pc:spChg>
        <pc:spChg chg="mod">
          <ac:chgData name="Sándor Pecsora" userId="810b1d013327c237" providerId="LiveId" clId="{9A6073BB-D37B-4EFE-8E2F-2766525950C0}" dt="2024-11-01T16:43:12.203" v="96" actId="1076"/>
          <ac:spMkLst>
            <pc:docMk/>
            <pc:sldMk cId="3175224525" sldId="356"/>
            <ac:spMk id="18" creationId="{E477BA75-CD8D-4EB3-AE17-DA44309210C5}"/>
          </ac:spMkLst>
        </pc:spChg>
        <pc:spChg chg="mod">
          <ac:chgData name="Sándor Pecsora" userId="810b1d013327c237" providerId="LiveId" clId="{9A6073BB-D37B-4EFE-8E2F-2766525950C0}" dt="2024-11-01T16:43:12.203" v="96" actId="1076"/>
          <ac:spMkLst>
            <pc:docMk/>
            <pc:sldMk cId="3175224525" sldId="356"/>
            <ac:spMk id="19" creationId="{474DDC04-46CA-4768-B2F4-6E9FADF777E7}"/>
          </ac:spMkLst>
        </pc:spChg>
        <pc:spChg chg="mod">
          <ac:chgData name="Sándor Pecsora" userId="810b1d013327c237" providerId="LiveId" clId="{9A6073BB-D37B-4EFE-8E2F-2766525950C0}" dt="2024-11-01T16:41:49.426" v="77" actId="14100"/>
          <ac:spMkLst>
            <pc:docMk/>
            <pc:sldMk cId="3175224525" sldId="356"/>
            <ac:spMk id="20" creationId="{F839A61D-0077-4DD5-BC59-24DFCFA2EDE0}"/>
          </ac:spMkLst>
        </pc:spChg>
        <pc:picChg chg="mod">
          <ac:chgData name="Sándor Pecsora" userId="810b1d013327c237" providerId="LiveId" clId="{9A6073BB-D37B-4EFE-8E2F-2766525950C0}" dt="2024-11-01T16:39:48.534" v="65" actId="1036"/>
          <ac:picMkLst>
            <pc:docMk/>
            <pc:sldMk cId="3175224525" sldId="356"/>
            <ac:picMk id="16" creationId="{7C2D3CD0-AED1-4472-A8B4-4D34E93136DE}"/>
          </ac:picMkLst>
        </pc:picChg>
        <pc:picChg chg="mod modCrop">
          <ac:chgData name="Sándor Pecsora" userId="810b1d013327c237" providerId="LiveId" clId="{9A6073BB-D37B-4EFE-8E2F-2766525950C0}" dt="2024-11-01T16:41:15.069" v="74" actId="732"/>
          <ac:picMkLst>
            <pc:docMk/>
            <pc:sldMk cId="3175224525" sldId="356"/>
            <ac:picMk id="17" creationId="{5E3DA5A7-B92A-4036-B99C-6124906F176C}"/>
          </ac:picMkLst>
        </pc:picChg>
        <pc:cxnChg chg="mod">
          <ac:chgData name="Sándor Pecsora" userId="810b1d013327c237" providerId="LiveId" clId="{9A6073BB-D37B-4EFE-8E2F-2766525950C0}" dt="2024-11-01T16:43:15.658" v="97" actId="1076"/>
          <ac:cxnSpMkLst>
            <pc:docMk/>
            <pc:sldMk cId="3175224525" sldId="356"/>
            <ac:cxnSpMk id="21" creationId="{08FE7C73-4EDF-470B-9A8C-64C7FD34BFA0}"/>
          </ac:cxnSpMkLst>
        </pc:cxnChg>
      </pc:sldChg>
    </pc:docChg>
  </pc:docChgLst>
  <pc:docChgLst>
    <pc:chgData name="Sándor Pecsora" userId="810b1d013327c237" providerId="LiveId" clId="{23D81C31-AF31-4E3B-A199-7B3A4B957EF1}"/>
    <pc:docChg chg="undo custSel addSld delSld modSld">
      <pc:chgData name="Sándor Pecsora" userId="810b1d013327c237" providerId="LiveId" clId="{23D81C31-AF31-4E3B-A199-7B3A4B957EF1}" dt="2022-02-15T08:32:06.631" v="5" actId="47"/>
      <pc:docMkLst>
        <pc:docMk/>
      </pc:docMkLst>
      <pc:sldChg chg="del">
        <pc:chgData name="Sándor Pecsora" userId="810b1d013327c237" providerId="LiveId" clId="{23D81C31-AF31-4E3B-A199-7B3A4B957EF1}" dt="2022-02-15T08:32:06.631" v="5" actId="47"/>
        <pc:sldMkLst>
          <pc:docMk/>
          <pc:sldMk cId="1180060703" sldId="256"/>
        </pc:sldMkLst>
      </pc:sldChg>
      <pc:sldChg chg="add">
        <pc:chgData name="Sándor Pecsora" userId="810b1d013327c237" providerId="LiveId" clId="{23D81C31-AF31-4E3B-A199-7B3A4B957EF1}" dt="2022-02-15T08:20:12.074" v="0"/>
        <pc:sldMkLst>
          <pc:docMk/>
          <pc:sldMk cId="811959074" sldId="330"/>
        </pc:sldMkLst>
      </pc:sldChg>
      <pc:sldChg chg="modSp add mod">
        <pc:chgData name="Sándor Pecsora" userId="810b1d013327c237" providerId="LiveId" clId="{23D81C31-AF31-4E3B-A199-7B3A4B957EF1}" dt="2022-02-15T08:32:00.635" v="4"/>
        <pc:sldMkLst>
          <pc:docMk/>
          <pc:sldMk cId="3735662663" sldId="355"/>
        </pc:sldMkLst>
        <pc:spChg chg="mod">
          <ac:chgData name="Sándor Pecsora" userId="810b1d013327c237" providerId="LiveId" clId="{23D81C31-AF31-4E3B-A199-7B3A4B957EF1}" dt="2022-02-15T08:32:00.635" v="4"/>
          <ac:spMkLst>
            <pc:docMk/>
            <pc:sldMk cId="3735662663" sldId="355"/>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D8D181-6501-4CD6-ADAA-357D1FDA1029}" type="datetimeFigureOut">
              <a:rPr lang="hu-HU" smtClean="0"/>
              <a:t>2025. 11. 03.</a:t>
            </a:fld>
            <a:endParaRPr lang="hu-HU"/>
          </a:p>
        </p:txBody>
      </p:sp>
      <p:sp>
        <p:nvSpPr>
          <p:cNvPr id="4" name="Diakép helye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0B4519-444B-4F56-B3DB-AC5AAF918060}" type="slidenum">
              <a:rPr lang="hu-HU" smtClean="0"/>
              <a:t>‹#›</a:t>
            </a:fld>
            <a:endParaRPr lang="hu-HU"/>
          </a:p>
        </p:txBody>
      </p:sp>
    </p:spTree>
    <p:extLst>
      <p:ext uri="{BB962C8B-B14F-4D97-AF65-F5344CB8AC3E}">
        <p14:creationId xmlns:p14="http://schemas.microsoft.com/office/powerpoint/2010/main" val="1710441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ímdia">
    <p:spTree>
      <p:nvGrpSpPr>
        <p:cNvPr id="1" name=""/>
        <p:cNvGrpSpPr/>
        <p:nvPr/>
      </p:nvGrpSpPr>
      <p:grpSpPr>
        <a:xfrm>
          <a:off x="0" y="0"/>
          <a:ext cx="0" cy="0"/>
          <a:chOff x="0" y="0"/>
          <a:chExt cx="0" cy="0"/>
        </a:xfrm>
      </p:grpSpPr>
      <p:sp>
        <p:nvSpPr>
          <p:cNvPr id="7" name="Rectangle 6"/>
          <p:cNvSpPr/>
          <p:nvPr/>
        </p:nvSpPr>
        <p:spPr>
          <a:xfrm>
            <a:off x="690626" y="1346947"/>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 name="Rectangle 7"/>
          <p:cNvSpPr/>
          <p:nvPr/>
        </p:nvSpPr>
        <p:spPr>
          <a:xfrm>
            <a:off x="690626" y="4299697"/>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9" name="Rectangle 8"/>
          <p:cNvSpPr/>
          <p:nvPr/>
        </p:nvSpPr>
        <p:spPr>
          <a:xfrm>
            <a:off x="690626" y="1484779"/>
            <a:ext cx="7667244"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2" name="Title 1"/>
          <p:cNvSpPr>
            <a:spLocks noGrp="1"/>
          </p:cNvSpPr>
          <p:nvPr>
            <p:ph type="ctrTitle"/>
          </p:nvPr>
        </p:nvSpPr>
        <p:spPr>
          <a:xfrm>
            <a:off x="788670" y="1432223"/>
            <a:ext cx="7475220" cy="2867474"/>
          </a:xfrm>
        </p:spPr>
        <p:txBody>
          <a:bodyPr anchor="ctr">
            <a:noAutofit/>
          </a:bodyPr>
          <a:lstStyle>
            <a:lvl1pPr algn="l">
              <a:lnSpc>
                <a:spcPct val="80000"/>
              </a:lnSpc>
              <a:defRPr sz="7200" cap="all" baseline="0">
                <a:blipFill dpi="0" rotWithShape="1">
                  <a:blip r:embed="rId4"/>
                  <a:srcRect/>
                  <a:tile tx="6350" ty="-127000" sx="65000" sy="64000" flip="none" algn="tl"/>
                </a:blipFill>
              </a:defRPr>
            </a:lvl1pPr>
          </a:lstStyle>
          <a:p>
            <a:r>
              <a:rPr lang="hu-HU"/>
              <a:t>Mintacím szerkesztése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ctr">
              <a:buNone/>
              <a:defRPr sz="2000">
                <a:solidFill>
                  <a:schemeClr val="tx1"/>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hu-HU"/>
              <a:t>Kattintson ide az alcím mintájának szerkesztéséhez</a:t>
            </a:r>
            <a:endParaRPr lang="en-US" dirty="0"/>
          </a:p>
        </p:txBody>
      </p:sp>
      <p:sp>
        <p:nvSpPr>
          <p:cNvPr id="4" name="Date Placeholder 3"/>
          <p:cNvSpPr>
            <a:spLocks noGrp="1"/>
          </p:cNvSpPr>
          <p:nvPr>
            <p:ph type="dt" sz="half" idx="10"/>
          </p:nvPr>
        </p:nvSpPr>
        <p:spPr/>
        <p:txBody>
          <a:bodyPr/>
          <a:lstStyle/>
          <a:p>
            <a:fld id="{FB78DAAF-0C17-4703-AEE3-44267674DFC7}" type="datetimeFigureOut">
              <a:rPr lang="hu-HU" smtClean="0"/>
              <a:t>2025. 11. 03.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a:xfrm>
            <a:off x="7194550" y="4289334"/>
            <a:ext cx="895401" cy="640080"/>
          </a:xfrm>
        </p:spPr>
        <p:txBody>
          <a:bodyPr/>
          <a:lstStyle>
            <a:lvl1pPr>
              <a:defRPr sz="2100"/>
            </a:lvl1pPr>
          </a:lstStyle>
          <a:p>
            <a:fld id="{1209D428-69BB-4D9A-8FAB-16C0194CC2DE}" type="slidenum">
              <a:rPr lang="hu-HU" smtClean="0"/>
              <a:t>‹#›</a:t>
            </a:fld>
            <a:endParaRPr lang="hu-HU"/>
          </a:p>
        </p:txBody>
      </p:sp>
    </p:spTree>
    <p:extLst>
      <p:ext uri="{BB962C8B-B14F-4D97-AF65-F5344CB8AC3E}">
        <p14:creationId xmlns:p14="http://schemas.microsoft.com/office/powerpoint/2010/main" val="2908056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cap="none" baseline="0"/>
            </a:lvl1pPr>
          </a:lstStyle>
          <a:p>
            <a:r>
              <a:rPr lang="hu-HU"/>
              <a:t>Mintacím szerkesztése</a:t>
            </a:r>
            <a:endParaRPr lang="en-US" dirty="0"/>
          </a:p>
        </p:txBody>
      </p:sp>
      <p:sp>
        <p:nvSpPr>
          <p:cNvPr id="3" name="Content Placeholder 2"/>
          <p:cNvSpPr>
            <a:spLocks noGrp="1"/>
          </p:cNvSpPr>
          <p:nvPr>
            <p:ph idx="1"/>
          </p:nvPr>
        </p:nvSpPr>
        <p:spPr/>
        <p:txBody>
          <a:bodyPr>
            <a:normAutofit/>
          </a:bodyPr>
          <a:lstStyle>
            <a:lvl1pPr marL="0" indent="0">
              <a:buClr>
                <a:schemeClr val="accent3">
                  <a:lumMod val="50000"/>
                </a:schemeClr>
              </a:buClr>
              <a:buNone/>
              <a:defRPr sz="2000"/>
            </a:lvl1pPr>
            <a:lvl2pPr marL="205740" indent="0">
              <a:buClr>
                <a:schemeClr val="accent3">
                  <a:lumMod val="50000"/>
                </a:schemeClr>
              </a:buClr>
              <a:buNone/>
              <a:defRPr sz="1800"/>
            </a:lvl2pPr>
            <a:lvl3pPr marL="411480" indent="0">
              <a:buClr>
                <a:schemeClr val="accent3">
                  <a:lumMod val="50000"/>
                </a:schemeClr>
              </a:buClr>
              <a:buNone/>
              <a:defRPr sz="1800"/>
            </a:lvl3pPr>
            <a:lvl4pPr marL="617220" indent="0">
              <a:buClr>
                <a:schemeClr val="accent3">
                  <a:lumMod val="50000"/>
                </a:schemeClr>
              </a:buClr>
              <a:buNone/>
              <a:defRPr sz="1800"/>
            </a:lvl4pPr>
            <a:lvl5pPr marL="822960" indent="0">
              <a:buClr>
                <a:schemeClr val="accent3">
                  <a:lumMod val="50000"/>
                </a:schemeClr>
              </a:buClr>
              <a:buNone/>
              <a:defRPr sz="1800"/>
            </a:lvl5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FB78DAAF-0C17-4703-AEE3-44267674DFC7}" type="datetimeFigureOut">
              <a:rPr lang="hu-HU" smtClean="0"/>
              <a:t>2025. 11. 03.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1276561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zakaszfejléc">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000" b="0"/>
            </a:lvl1pPr>
          </a:lstStyle>
          <a:p>
            <a:r>
              <a:rPr lang="hu-HU"/>
              <a:t>Mintacím szerkesztése</a:t>
            </a:r>
            <a:endParaRPr lang="en-US" dirty="0"/>
          </a:p>
        </p:txBody>
      </p:sp>
      <p:sp>
        <p:nvSpPr>
          <p:cNvPr id="3" name="Text Placeholder 2"/>
          <p:cNvSpPr>
            <a:spLocks noGrp="1"/>
          </p:cNvSpPr>
          <p:nvPr>
            <p:ph type="body" idx="1"/>
          </p:nvPr>
        </p:nvSpPr>
        <p:spPr>
          <a:xfrm>
            <a:off x="1624331" y="5020056"/>
            <a:ext cx="6789420" cy="1066800"/>
          </a:xfrm>
        </p:spPr>
        <p:txBody>
          <a:bodyPr anchor="t">
            <a:normAutofit/>
          </a:bodyPr>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a:xfrm>
            <a:off x="6445251" y="6272785"/>
            <a:ext cx="1983232" cy="365125"/>
          </a:xfrm>
        </p:spPr>
        <p:txBody>
          <a:bodyPr/>
          <a:lstStyle/>
          <a:p>
            <a:fld id="{FB78DAAF-0C17-4703-AEE3-44267674DFC7}" type="datetimeFigureOut">
              <a:rPr lang="hu-HU" smtClean="0"/>
              <a:t>2025. 11. 03.</a:t>
            </a:fld>
            <a:endParaRPr lang="hu-HU"/>
          </a:p>
        </p:txBody>
      </p:sp>
      <p:sp>
        <p:nvSpPr>
          <p:cNvPr id="5" name="Footer Placeholder 4"/>
          <p:cNvSpPr>
            <a:spLocks noGrp="1"/>
          </p:cNvSpPr>
          <p:nvPr>
            <p:ph type="ftr" sz="quarter" idx="11"/>
          </p:nvPr>
        </p:nvSpPr>
        <p:spPr>
          <a:xfrm>
            <a:off x="1637031" y="6272785"/>
            <a:ext cx="4745736" cy="365125"/>
          </a:xfrm>
        </p:spPr>
        <p:txBody>
          <a:bodyPr/>
          <a:lstStyle/>
          <a:p>
            <a:endParaRPr lang="hu-HU"/>
          </a:p>
        </p:txBody>
      </p:sp>
      <p:sp>
        <p:nvSpPr>
          <p:cNvPr id="6" name="Slide Number Placeholder 5"/>
          <p:cNvSpPr>
            <a:spLocks noGrp="1"/>
          </p:cNvSpPr>
          <p:nvPr>
            <p:ph type="sldNum" sz="quarter" idx="12"/>
          </p:nvPr>
        </p:nvSpPr>
        <p:spPr>
          <a:xfrm>
            <a:off x="632776" y="2506133"/>
            <a:ext cx="891224" cy="720332"/>
          </a:xfrm>
        </p:spPr>
        <p:txBody>
          <a:bodyPr/>
          <a:lstStyle>
            <a:lvl1pPr>
              <a:defRPr sz="2100"/>
            </a:lvl1pPr>
          </a:lstStyle>
          <a:p>
            <a:fld id="{1209D428-69BB-4D9A-8FAB-16C0194CC2DE}" type="slidenum">
              <a:rPr lang="hu-HU" smtClean="0"/>
              <a:t>‹#›</a:t>
            </a:fld>
            <a:endParaRPr lang="hu-HU"/>
          </a:p>
        </p:txBody>
      </p:sp>
    </p:spTree>
    <p:extLst>
      <p:ext uri="{BB962C8B-B14F-4D97-AF65-F5344CB8AC3E}">
        <p14:creationId xmlns:p14="http://schemas.microsoft.com/office/powerpoint/2010/main" val="3812199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hu-HU"/>
              <a:t>Mintacím szerkesztése</a:t>
            </a:r>
            <a:endParaRPr lang="en-US" dirty="0"/>
          </a:p>
        </p:txBody>
      </p:sp>
      <p:sp>
        <p:nvSpPr>
          <p:cNvPr id="3" name="Content Placeholder 2"/>
          <p:cNvSpPr>
            <a:spLocks noGrp="1"/>
          </p:cNvSpPr>
          <p:nvPr>
            <p:ph sz="half" idx="1"/>
          </p:nvPr>
        </p:nvSpPr>
        <p:spPr>
          <a:xfrm>
            <a:off x="802386" y="2194560"/>
            <a:ext cx="3566160" cy="3977640"/>
          </a:xfrm>
        </p:spPr>
        <p:txBody>
          <a:bodyPr>
            <a:normAutofit/>
          </a:bodyPr>
          <a:lstStyle>
            <a:lvl1pPr>
              <a:buClr>
                <a:schemeClr val="accent3">
                  <a:lumMod val="75000"/>
                </a:schemeClr>
              </a:buClr>
              <a:defRPr sz="2000"/>
            </a:lvl1pPr>
            <a:lvl2pPr>
              <a:buClr>
                <a:schemeClr val="accent3">
                  <a:lumMod val="75000"/>
                </a:schemeClr>
              </a:buClr>
              <a:defRPr sz="1800"/>
            </a:lvl2pPr>
            <a:lvl3pPr>
              <a:buClr>
                <a:schemeClr val="accent3">
                  <a:lumMod val="75000"/>
                </a:schemeClr>
              </a:buClr>
              <a:defRPr sz="1800"/>
            </a:lvl3pPr>
            <a:lvl4pPr>
              <a:buClr>
                <a:schemeClr val="accent3">
                  <a:lumMod val="75000"/>
                </a:schemeClr>
              </a:buClr>
              <a:defRPr sz="1800"/>
            </a:lvl4pPr>
            <a:lvl5pPr>
              <a:buClr>
                <a:schemeClr val="accent3">
                  <a:lumMod val="75000"/>
                </a:schemeClr>
              </a:buClr>
              <a:defRPr sz="18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Content Placeholder 3"/>
          <p:cNvSpPr>
            <a:spLocks noGrp="1"/>
          </p:cNvSpPr>
          <p:nvPr>
            <p:ph sz="half" idx="2"/>
          </p:nvPr>
        </p:nvSpPr>
        <p:spPr>
          <a:xfrm>
            <a:off x="4773168" y="2194560"/>
            <a:ext cx="3566160" cy="3977640"/>
          </a:xfrm>
        </p:spPr>
        <p:txBody>
          <a:bodyPr>
            <a:normAutofit/>
          </a:bodyPr>
          <a:lstStyle>
            <a:lvl1pPr>
              <a:buClr>
                <a:schemeClr val="accent3">
                  <a:lumMod val="75000"/>
                </a:schemeClr>
              </a:buClr>
              <a:defRPr sz="2000"/>
            </a:lvl1pPr>
            <a:lvl2pPr>
              <a:buClr>
                <a:schemeClr val="accent3">
                  <a:lumMod val="75000"/>
                </a:schemeClr>
              </a:buClr>
              <a:defRPr sz="1800"/>
            </a:lvl2pPr>
            <a:lvl3pPr>
              <a:buClr>
                <a:schemeClr val="accent3">
                  <a:lumMod val="75000"/>
                </a:schemeClr>
              </a:buClr>
              <a:defRPr sz="1800"/>
            </a:lvl3pPr>
            <a:lvl4pPr>
              <a:buClr>
                <a:schemeClr val="accent3">
                  <a:lumMod val="75000"/>
                </a:schemeClr>
              </a:buClr>
              <a:defRPr sz="1800"/>
            </a:lvl4pPr>
            <a:lvl5pPr>
              <a:buClr>
                <a:schemeClr val="accent3">
                  <a:lumMod val="75000"/>
                </a:schemeClr>
              </a:buClr>
              <a:defRPr sz="18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FB78DAAF-0C17-4703-AEE3-44267674DFC7}" type="datetimeFigureOut">
              <a:rPr lang="hu-HU" smtClean="0"/>
              <a:t>2025. 11. 03.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45095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lvl1pPr>
              <a:defRPr>
                <a:solidFill>
                  <a:srgbClr val="002060"/>
                </a:solidFill>
              </a:defRPr>
            </a:lvl1pPr>
          </a:lstStyle>
          <a:p>
            <a:r>
              <a:rPr lang="hu-HU"/>
              <a:t>Mintacím szerkesztése</a:t>
            </a:r>
            <a:endParaRPr lang="en-US" dirty="0"/>
          </a:p>
        </p:txBody>
      </p:sp>
      <p:sp>
        <p:nvSpPr>
          <p:cNvPr id="3" name="Text Placeholder 2"/>
          <p:cNvSpPr>
            <a:spLocks noGrp="1"/>
          </p:cNvSpPr>
          <p:nvPr>
            <p:ph type="body" idx="1"/>
          </p:nvPr>
        </p:nvSpPr>
        <p:spPr>
          <a:xfrm>
            <a:off x="800100" y="2048256"/>
            <a:ext cx="3566160" cy="640080"/>
          </a:xfrm>
        </p:spPr>
        <p:txBody>
          <a:bodyPr anchor="ctr">
            <a:normAutofit/>
          </a:bodyPr>
          <a:lstStyle>
            <a:lvl1pPr marL="0" indent="0">
              <a:buNone/>
              <a:defRPr sz="20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u-HU"/>
              <a:t>Mintaszöveg szerkesztése</a:t>
            </a:r>
          </a:p>
        </p:txBody>
      </p:sp>
      <p:sp>
        <p:nvSpPr>
          <p:cNvPr id="4" name="Content Placeholder 3"/>
          <p:cNvSpPr>
            <a:spLocks noGrp="1"/>
          </p:cNvSpPr>
          <p:nvPr>
            <p:ph sz="half" idx="2"/>
          </p:nvPr>
        </p:nvSpPr>
        <p:spPr>
          <a:xfrm>
            <a:off x="802386" y="2743200"/>
            <a:ext cx="3566160" cy="3291840"/>
          </a:xfrm>
        </p:spPr>
        <p:txBody>
          <a:bodyPr>
            <a:normAutofit/>
          </a:bodyPr>
          <a:lstStyle>
            <a:lvl1pPr>
              <a:buClr>
                <a:schemeClr val="accent3">
                  <a:lumMod val="75000"/>
                </a:schemeClr>
              </a:buClr>
              <a:defRPr sz="2000"/>
            </a:lvl1pPr>
            <a:lvl2pPr>
              <a:buClr>
                <a:schemeClr val="accent3">
                  <a:lumMod val="75000"/>
                </a:schemeClr>
              </a:buClr>
              <a:defRPr sz="1800"/>
            </a:lvl2pPr>
            <a:lvl3pPr>
              <a:buClr>
                <a:schemeClr val="accent3">
                  <a:lumMod val="75000"/>
                </a:schemeClr>
              </a:buClr>
              <a:defRPr sz="1800"/>
            </a:lvl3pPr>
            <a:lvl4pPr>
              <a:buClr>
                <a:schemeClr val="accent3">
                  <a:lumMod val="75000"/>
                </a:schemeClr>
              </a:buClr>
              <a:defRPr sz="1800"/>
            </a:lvl4pPr>
            <a:lvl5pPr>
              <a:buClr>
                <a:schemeClr val="accent3">
                  <a:lumMod val="75000"/>
                </a:schemeClr>
              </a:buClr>
              <a:defRPr sz="18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4773168" y="2048256"/>
            <a:ext cx="3566160" cy="640080"/>
          </a:xfrm>
        </p:spPr>
        <p:txBody>
          <a:bodyPr anchor="ctr">
            <a:normAutofit/>
          </a:bodyPr>
          <a:lstStyle>
            <a:lvl1pPr marL="0" indent="0">
              <a:buNone/>
              <a:defRPr sz="20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u-HU"/>
              <a:t>Mintaszöveg szerkesztése</a:t>
            </a:r>
          </a:p>
        </p:txBody>
      </p:sp>
      <p:sp>
        <p:nvSpPr>
          <p:cNvPr id="6" name="Content Placeholder 5"/>
          <p:cNvSpPr>
            <a:spLocks noGrp="1"/>
          </p:cNvSpPr>
          <p:nvPr>
            <p:ph sz="quarter" idx="4"/>
          </p:nvPr>
        </p:nvSpPr>
        <p:spPr>
          <a:xfrm>
            <a:off x="4773168" y="2743200"/>
            <a:ext cx="3566160" cy="3291840"/>
          </a:xfrm>
        </p:spPr>
        <p:txBody>
          <a:bodyPr>
            <a:normAutofit/>
          </a:bodyPr>
          <a:lstStyle>
            <a:lvl1pPr>
              <a:buClr>
                <a:schemeClr val="accent3">
                  <a:lumMod val="75000"/>
                </a:schemeClr>
              </a:buClr>
              <a:defRPr sz="2000"/>
            </a:lvl1pPr>
            <a:lvl2pPr>
              <a:buClr>
                <a:schemeClr val="accent3">
                  <a:lumMod val="75000"/>
                </a:schemeClr>
              </a:buClr>
              <a:defRPr sz="1800"/>
            </a:lvl2pPr>
            <a:lvl3pPr>
              <a:buClr>
                <a:schemeClr val="accent3">
                  <a:lumMod val="75000"/>
                </a:schemeClr>
              </a:buClr>
              <a:defRPr sz="1800"/>
            </a:lvl3pPr>
            <a:lvl4pPr>
              <a:buClr>
                <a:schemeClr val="accent3">
                  <a:lumMod val="75000"/>
                </a:schemeClr>
              </a:buClr>
              <a:defRPr sz="1800"/>
            </a:lvl4pPr>
            <a:lvl5pPr>
              <a:buClr>
                <a:schemeClr val="accent3">
                  <a:lumMod val="75000"/>
                </a:schemeClr>
              </a:buClr>
              <a:defRPr sz="18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FB78DAAF-0C17-4703-AEE3-44267674DFC7}" type="datetimeFigureOut">
              <a:rPr lang="hu-HU" smtClean="0"/>
              <a:t>2025. 11. 03.</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245540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Csak cím">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lvl1pPr>
              <a:defRPr>
                <a:solidFill>
                  <a:srgbClr val="002060"/>
                </a:solidFill>
              </a:defRPr>
            </a:lvl1pPr>
          </a:lstStyle>
          <a:p>
            <a:r>
              <a:rPr lang="hu-HU"/>
              <a:t>Mintacím szerkesztése</a:t>
            </a:r>
            <a:endParaRPr lang="en-US" dirty="0"/>
          </a:p>
        </p:txBody>
      </p:sp>
      <p:sp>
        <p:nvSpPr>
          <p:cNvPr id="3" name="Date Placeholder 2"/>
          <p:cNvSpPr>
            <a:spLocks noGrp="1"/>
          </p:cNvSpPr>
          <p:nvPr>
            <p:ph type="dt" sz="half" idx="10"/>
          </p:nvPr>
        </p:nvSpPr>
        <p:spPr/>
        <p:txBody>
          <a:bodyPr/>
          <a:lstStyle/>
          <a:p>
            <a:fld id="{FB78DAAF-0C17-4703-AEE3-44267674DFC7}" type="datetimeFigureOut">
              <a:rPr lang="hu-HU" smtClean="0"/>
              <a:t>2025. 11. 03.</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3388025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8DAAF-0C17-4703-AEE3-44267674DFC7}" type="datetimeFigureOut">
              <a:rPr lang="hu-HU" smtClean="0"/>
              <a:t>2025. 11. 03.</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441644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400" b="1">
                <a:solidFill>
                  <a:srgbClr val="002060"/>
                </a:solidFill>
              </a:defRPr>
            </a:lvl1pPr>
          </a:lstStyle>
          <a:p>
            <a:r>
              <a:rPr lang="hu-HU"/>
              <a:t>Mintacím szerkesztése</a:t>
            </a:r>
            <a:endParaRPr lang="en-US" dirty="0"/>
          </a:p>
        </p:txBody>
      </p:sp>
      <p:sp>
        <p:nvSpPr>
          <p:cNvPr id="3" name="Content Placeholder 2"/>
          <p:cNvSpPr>
            <a:spLocks noGrp="1"/>
          </p:cNvSpPr>
          <p:nvPr>
            <p:ph idx="1"/>
          </p:nvPr>
        </p:nvSpPr>
        <p:spPr>
          <a:xfrm>
            <a:off x="628650" y="685800"/>
            <a:ext cx="5033772" cy="5020056"/>
          </a:xfrm>
        </p:spPr>
        <p:txBody>
          <a:bodyPr>
            <a:normAutofit/>
          </a:bodyPr>
          <a:lstStyle>
            <a:lvl1pPr>
              <a:buClr>
                <a:schemeClr val="accent3">
                  <a:lumMod val="75000"/>
                </a:schemeClr>
              </a:buClr>
              <a:defRPr sz="2400"/>
            </a:lvl1pPr>
            <a:lvl2pPr>
              <a:buClr>
                <a:schemeClr val="accent3">
                  <a:lumMod val="75000"/>
                </a:schemeClr>
              </a:buClr>
              <a:defRPr sz="2000"/>
            </a:lvl2pPr>
            <a:lvl3pPr>
              <a:buClr>
                <a:schemeClr val="accent3">
                  <a:lumMod val="75000"/>
                </a:schemeClr>
              </a:buClr>
              <a:defRPr sz="2000"/>
            </a:lvl3pPr>
            <a:lvl4pPr>
              <a:buClr>
                <a:schemeClr val="accent3">
                  <a:lumMod val="75000"/>
                </a:schemeClr>
              </a:buClr>
              <a:defRPr sz="2000"/>
            </a:lvl4pPr>
            <a:lvl5pPr>
              <a:buClr>
                <a:schemeClr val="accent3">
                  <a:lumMod val="75000"/>
                </a:schemeClr>
              </a:buClr>
              <a:defRPr sz="20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750"/>
              </a:spcBef>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hu-HU"/>
              <a:t>Mintaszöveg szerkesztése</a:t>
            </a:r>
          </a:p>
        </p:txBody>
      </p:sp>
      <p:sp>
        <p:nvSpPr>
          <p:cNvPr id="5" name="Date Placeholder 4"/>
          <p:cNvSpPr>
            <a:spLocks noGrp="1"/>
          </p:cNvSpPr>
          <p:nvPr>
            <p:ph type="dt" sz="half" idx="10"/>
          </p:nvPr>
        </p:nvSpPr>
        <p:spPr/>
        <p:txBody>
          <a:bodyPr/>
          <a:lstStyle/>
          <a:p>
            <a:fld id="{FB78DAAF-0C17-4703-AEE3-44267674DFC7}" type="datetimeFigureOut">
              <a:rPr lang="hu-HU" smtClean="0"/>
              <a:t>2025. 11. 03.</a:t>
            </a:fld>
            <a:endParaRPr lang="hu-HU"/>
          </a:p>
        </p:txBody>
      </p:sp>
      <p:sp>
        <p:nvSpPr>
          <p:cNvPr id="6" name="Footer Placeholder 5"/>
          <p:cNvSpPr>
            <a:spLocks noGrp="1"/>
          </p:cNvSpPr>
          <p:nvPr>
            <p:ph type="ftr" sz="quarter" idx="11"/>
          </p:nvPr>
        </p:nvSpPr>
        <p:spPr/>
        <p:txBody>
          <a:bodyPr/>
          <a:lstStyle/>
          <a:p>
            <a:endParaRPr lang="hu-HU"/>
          </a:p>
        </p:txBody>
      </p:sp>
      <p:grpSp>
        <p:nvGrpSpPr>
          <p:cNvPr id="9" name="Group 8"/>
          <p:cNvGrpSpPr>
            <a:grpSpLocks noChangeAspect="1"/>
          </p:cNvGrpSpPr>
          <p:nvPr/>
        </p:nvGrpSpPr>
        <p:grpSpPr>
          <a:xfrm>
            <a:off x="8551294" y="6229681"/>
            <a:ext cx="3429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34168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400" b="1">
                <a:solidFill>
                  <a:srgbClr val="002060"/>
                </a:solidFill>
              </a:defRPr>
            </a:lvl1pPr>
          </a:lstStyle>
          <a:p>
            <a:r>
              <a:rPr lang="hu-HU"/>
              <a:t>Mintacím szerkesztése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hu-HU"/>
              <a:t>Kép beszúrásához kattintson az ikonra</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hu-HU"/>
              <a:t>Mintaszöveg szerkesztése</a:t>
            </a:r>
          </a:p>
        </p:txBody>
      </p:sp>
      <p:sp>
        <p:nvSpPr>
          <p:cNvPr id="5" name="Date Placeholder 4"/>
          <p:cNvSpPr>
            <a:spLocks noGrp="1"/>
          </p:cNvSpPr>
          <p:nvPr>
            <p:ph type="dt" sz="half" idx="10"/>
          </p:nvPr>
        </p:nvSpPr>
        <p:spPr/>
        <p:txBody>
          <a:bodyPr/>
          <a:lstStyle/>
          <a:p>
            <a:fld id="{FB78DAAF-0C17-4703-AEE3-44267674DFC7}" type="datetimeFigureOut">
              <a:rPr lang="hu-HU" smtClean="0"/>
              <a:t>2025. 11. 03.</a:t>
            </a:fld>
            <a:endParaRPr lang="hu-HU"/>
          </a:p>
        </p:txBody>
      </p:sp>
      <p:grpSp>
        <p:nvGrpSpPr>
          <p:cNvPr id="8" name="Group 7"/>
          <p:cNvGrpSpPr>
            <a:grpSpLocks noChangeAspect="1"/>
          </p:cNvGrpSpPr>
          <p:nvPr/>
        </p:nvGrpSpPr>
        <p:grpSpPr>
          <a:xfrm>
            <a:off x="8551294" y="6229681"/>
            <a:ext cx="3429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2309145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hu-HU"/>
              <a:t>Mintacím szerkesztése</a:t>
            </a:r>
            <a:endParaRPr lang="en-US" dirty="0"/>
          </a:p>
        </p:txBody>
      </p:sp>
      <p:sp>
        <p:nvSpPr>
          <p:cNvPr id="3" name="Vertical Text Placeholder 2"/>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FB78DAAF-0C17-4703-AEE3-44267674DFC7}" type="datetimeFigureOut">
              <a:rPr lang="hu-HU" smtClean="0"/>
              <a:t>2025. 11. 03.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1458852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p>
            <a:r>
              <a:rPr lang="hu-HU"/>
              <a:t>Mintacím szerkesztése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FB78DAAF-0C17-4703-AEE3-44267674DFC7}" type="datetimeFigureOut">
              <a:rPr lang="hu-HU" smtClean="0"/>
              <a:t>2025. 11. 03.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37378241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Chart">
  <p:cSld name="Cím, szöveg és diagram">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467600" cy="990600"/>
          </a:xfrm>
        </p:spPr>
        <p:txBody>
          <a:bodyPr/>
          <a:lstStyle/>
          <a:p>
            <a:r>
              <a:rPr lang="hu-HU"/>
              <a:t>Mintacím szerkesztése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Chart Placeholder 3"/>
          <p:cNvSpPr>
            <a:spLocks noGrp="1"/>
          </p:cNvSpPr>
          <p:nvPr>
            <p:ph type="chart" sz="half" idx="2"/>
          </p:nvPr>
        </p:nvSpPr>
        <p:spPr>
          <a:xfrm>
            <a:off x="4648200" y="1981200"/>
            <a:ext cx="3810000" cy="4114800"/>
          </a:xfrm>
        </p:spPr>
        <p:txBody>
          <a:bodyPr rtlCol="0">
            <a:normAutofit/>
          </a:bodyPr>
          <a:lstStyle/>
          <a:p>
            <a:pPr lvl="0"/>
            <a:r>
              <a:rPr lang="hu-HU" noProof="0"/>
              <a:t>Diagram beszúrásához kattintson az ikonra</a:t>
            </a:r>
            <a:endParaRPr lang="en-US" noProof="0"/>
          </a:p>
        </p:txBody>
      </p:sp>
    </p:spTree>
    <p:extLst>
      <p:ext uri="{BB962C8B-B14F-4D97-AF65-F5344CB8AC3E}">
        <p14:creationId xmlns:p14="http://schemas.microsoft.com/office/powerpoint/2010/main" val="2001777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8000"/>
            <a:lum/>
          </a:blip>
          <a:srcRect/>
          <a:stretch>
            <a:fillRect t="-11000" b="-1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02386" y="484632"/>
            <a:ext cx="7543800" cy="1609344"/>
          </a:xfrm>
          <a:prstGeom prst="rect">
            <a:avLst/>
          </a:prstGeom>
        </p:spPr>
        <p:txBody>
          <a:bodyPr vert="horz" lIns="91440" tIns="45720" rIns="91440" bIns="45720" rtlCol="0" anchor="ctr">
            <a:normAutofit/>
          </a:bodyPr>
          <a:lstStyle/>
          <a:p>
            <a:r>
              <a:rPr lang="hu-HU"/>
              <a:t>Mintacím szerkesztése</a:t>
            </a:r>
            <a:endParaRPr lang="en-US" dirty="0"/>
          </a:p>
        </p:txBody>
      </p:sp>
      <p:sp>
        <p:nvSpPr>
          <p:cNvPr id="3" name="Text Placeholder 2"/>
          <p:cNvSpPr>
            <a:spLocks noGrp="1"/>
          </p:cNvSpPr>
          <p:nvPr>
            <p:ph type="body" idx="1"/>
          </p:nvPr>
        </p:nvSpPr>
        <p:spPr>
          <a:xfrm>
            <a:off x="802386" y="2121408"/>
            <a:ext cx="7543800" cy="4050792"/>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a:off x="5973318" y="6272785"/>
            <a:ext cx="2455164" cy="365125"/>
          </a:xfrm>
          <a:prstGeom prst="rect">
            <a:avLst/>
          </a:prstGeom>
        </p:spPr>
        <p:txBody>
          <a:bodyPr vert="horz" lIns="91440" tIns="45720" rIns="91440" bIns="45720" rtlCol="0" anchor="ctr"/>
          <a:lstStyle>
            <a:lvl1pPr algn="r">
              <a:defRPr sz="825">
                <a:solidFill>
                  <a:schemeClr val="tx2"/>
                </a:solidFill>
              </a:defRPr>
            </a:lvl1pPr>
          </a:lstStyle>
          <a:p>
            <a:fld id="{FB78DAAF-0C17-4703-AEE3-44267674DFC7}" type="datetimeFigureOut">
              <a:rPr lang="hu-HU" smtClean="0"/>
              <a:t>2025. 11. 03.</a:t>
            </a:fld>
            <a:endParaRPr lang="hu-HU"/>
          </a:p>
        </p:txBody>
      </p:sp>
      <p:sp>
        <p:nvSpPr>
          <p:cNvPr id="5" name="Footer Placeholder 4"/>
          <p:cNvSpPr>
            <a:spLocks noGrp="1"/>
          </p:cNvSpPr>
          <p:nvPr>
            <p:ph type="ftr" sz="quarter" idx="3"/>
          </p:nvPr>
        </p:nvSpPr>
        <p:spPr>
          <a:xfrm>
            <a:off x="816102" y="6272785"/>
            <a:ext cx="4745736" cy="365125"/>
          </a:xfrm>
          <a:prstGeom prst="rect">
            <a:avLst/>
          </a:prstGeom>
        </p:spPr>
        <p:txBody>
          <a:bodyPr vert="horz" lIns="91440" tIns="45720" rIns="91440" bIns="45720" rtlCol="0" anchor="ctr"/>
          <a:lstStyle>
            <a:lvl1pPr algn="l">
              <a:defRPr sz="825">
                <a:solidFill>
                  <a:schemeClr val="tx2"/>
                </a:solidFill>
              </a:defRPr>
            </a:lvl1pPr>
          </a:lstStyle>
          <a:p>
            <a:endParaRPr lang="hu-HU"/>
          </a:p>
        </p:txBody>
      </p:sp>
      <p:grpSp>
        <p:nvGrpSpPr>
          <p:cNvPr id="7" name="Group 6"/>
          <p:cNvGrpSpPr>
            <a:grpSpLocks noChangeAspect="1"/>
          </p:cNvGrpSpPr>
          <p:nvPr/>
        </p:nvGrpSpPr>
        <p:grpSpPr>
          <a:xfrm>
            <a:off x="8551294" y="6229681"/>
            <a:ext cx="3429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5">
                <a:duotone>
                  <a:schemeClr val="accent1">
                    <a:shade val="45000"/>
                    <a:satMod val="135000"/>
                  </a:schemeClr>
                  <a:prstClr val="white"/>
                </a:duotone>
                <a:extLst>
                  <a:ext uri="{BEBA8EAE-BF5A-486C-A8C5-ECC9F3942E4B}">
                    <a14:imgProps xmlns:a14="http://schemas.microsoft.com/office/drawing/2010/main">
                      <a14:imgLayer r:embed="rId1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hu-HU"/>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hu-HU"/>
            </a:p>
          </p:txBody>
        </p:sp>
      </p:gr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050" b="1">
                <a:solidFill>
                  <a:srgbClr val="FFFFFF"/>
                </a:solidFill>
                <a:latin typeface="+mj-lt"/>
              </a:defRPr>
            </a:lvl1pPr>
          </a:lstStyle>
          <a:p>
            <a:fld id="{1209D428-69BB-4D9A-8FAB-16C0194CC2DE}" type="slidenum">
              <a:rPr lang="hu-HU" smtClean="0"/>
              <a:t>‹#›</a:t>
            </a:fld>
            <a:endParaRPr lang="hu-HU"/>
          </a:p>
        </p:txBody>
      </p:sp>
    </p:spTree>
    <p:extLst>
      <p:ext uri="{BB962C8B-B14F-4D97-AF65-F5344CB8AC3E}">
        <p14:creationId xmlns:p14="http://schemas.microsoft.com/office/powerpoint/2010/main" val="560342723"/>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Lst>
  <p:txStyles>
    <p:titleStyle>
      <a:lvl1pPr algn="l" defTabSz="685800" rtl="0" eaLnBrk="1" latinLnBrk="0" hangingPunct="1">
        <a:lnSpc>
          <a:spcPct val="90000"/>
        </a:lnSpc>
        <a:spcBef>
          <a:spcPct val="0"/>
        </a:spcBef>
        <a:buNone/>
        <a:defRPr sz="4050" kern="1200" cap="all" baseline="0">
          <a:solidFill>
            <a:srgbClr val="002060"/>
          </a:solid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lumMod val="75000"/>
          </a:schemeClr>
        </a:buClr>
        <a:buSzPct val="85000"/>
        <a:buFont typeface="Wingdings" pitchFamily="2" charset="2"/>
        <a:buChar char="§"/>
        <a:defRPr sz="1500" kern="1200">
          <a:solidFill>
            <a:schemeClr val="tx1"/>
          </a:solidFill>
          <a:latin typeface="+mn-lt"/>
          <a:ea typeface="+mn-ea"/>
          <a:cs typeface="+mn-cs"/>
        </a:defRPr>
      </a:lvl1pPr>
      <a:lvl2pPr marL="34290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350" kern="1200">
          <a:solidFill>
            <a:schemeClr val="tx1"/>
          </a:solidFill>
          <a:latin typeface="+mn-lt"/>
          <a:ea typeface="+mn-ea"/>
          <a:cs typeface="+mn-cs"/>
        </a:defRPr>
      </a:lvl2pPr>
      <a:lvl3pPr marL="54864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3pPr>
      <a:lvl4pPr marL="75438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4pPr>
      <a:lvl5pPr marL="96012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5pPr>
      <a:lvl6pPr marL="120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6pPr>
      <a:lvl7pPr marL="142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7pPr>
      <a:lvl8pPr marL="165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8pPr>
      <a:lvl9pPr marL="187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0.png"/><Relationship Id="rId4" Type="http://schemas.openxmlformats.org/officeDocument/2006/relationships/image" Target="../media/image30.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0.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80.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mathworks.com/help/example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a:xfrm>
            <a:off x="486032" y="758952"/>
            <a:ext cx="8328454" cy="2670048"/>
          </a:xfrm>
        </p:spPr>
        <p:txBody>
          <a:bodyPr>
            <a:noAutofit/>
          </a:bodyPr>
          <a:lstStyle/>
          <a:p>
            <a:r>
              <a:rPr lang="en-US" sz="4000" dirty="0"/>
              <a:t>Applied Statistics,</a:t>
            </a:r>
            <a:br>
              <a:rPr lang="en-US" sz="4000" dirty="0"/>
            </a:br>
            <a:r>
              <a:rPr lang="en-US" sz="4000" dirty="0"/>
              <a:t>Probability theory and mathematical statistics</a:t>
            </a:r>
            <a:endParaRPr lang="en-GB" sz="4000" dirty="0"/>
          </a:p>
        </p:txBody>
      </p:sp>
      <p:sp>
        <p:nvSpPr>
          <p:cNvPr id="3" name="Alcím 2"/>
          <p:cNvSpPr>
            <a:spLocks noGrp="1"/>
          </p:cNvSpPr>
          <p:nvPr>
            <p:ph type="subTitle" idx="1"/>
          </p:nvPr>
        </p:nvSpPr>
        <p:spPr/>
        <p:txBody>
          <a:bodyPr/>
          <a:lstStyle/>
          <a:p>
            <a:r>
              <a:rPr lang="en-US" dirty="0"/>
              <a:t>Statistics, parametric test</a:t>
            </a:r>
          </a:p>
        </p:txBody>
      </p:sp>
      <p:sp>
        <p:nvSpPr>
          <p:cNvPr id="4" name="Szövegdoboz 3">
            <a:extLst>
              <a:ext uri="{FF2B5EF4-FFF2-40B4-BE49-F238E27FC236}">
                <a16:creationId xmlns:a16="http://schemas.microsoft.com/office/drawing/2014/main" id="{002A1929-D361-4830-B28B-82105341B8EC}"/>
              </a:ext>
            </a:extLst>
          </p:cNvPr>
          <p:cNvSpPr txBox="1"/>
          <p:nvPr/>
        </p:nvSpPr>
        <p:spPr>
          <a:xfrm>
            <a:off x="2241176" y="3542200"/>
            <a:ext cx="4652683" cy="400110"/>
          </a:xfrm>
          <a:prstGeom prst="rect">
            <a:avLst/>
          </a:prstGeom>
          <a:noFill/>
        </p:spPr>
        <p:txBody>
          <a:bodyPr wrap="square" rtlCol="0">
            <a:spAutoFit/>
          </a:bodyPr>
          <a:lstStyle/>
          <a:p>
            <a:r>
              <a:rPr lang="hu-HU" sz="2000" dirty="0"/>
              <a:t> Attila Barta, Sándor Pecsora</a:t>
            </a:r>
          </a:p>
        </p:txBody>
      </p:sp>
    </p:spTree>
    <p:extLst>
      <p:ext uri="{BB962C8B-B14F-4D97-AF65-F5344CB8AC3E}">
        <p14:creationId xmlns:p14="http://schemas.microsoft.com/office/powerpoint/2010/main" val="3735662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rgbClr val="92D050"/>
                </a:solidFill>
                <a:cs typeface="Arial" panose="020B0604020202020204" pitchFamily="34" charset="0"/>
              </a:rPr>
              <a:t>Exercise 16.3 </a:t>
            </a:r>
            <a:endParaRPr lang="en-GB" dirty="0"/>
          </a:p>
        </p:txBody>
      </p:sp>
      <p:sp>
        <p:nvSpPr>
          <p:cNvPr id="3" name="Tartalom helye 2"/>
          <p:cNvSpPr>
            <a:spLocks noGrp="1"/>
          </p:cNvSpPr>
          <p:nvPr>
            <p:ph idx="1"/>
          </p:nvPr>
        </p:nvSpPr>
        <p:spPr>
          <a:xfrm>
            <a:off x="822959" y="1845732"/>
            <a:ext cx="7543801" cy="889079"/>
          </a:xfrm>
        </p:spPr>
        <p:txBody>
          <a:bodyPr>
            <a:noAutofit/>
          </a:bodyPr>
          <a:lstStyle/>
          <a:p>
            <a:pPr algn="l"/>
            <a:r>
              <a:rPr lang="en-US" sz="1800" b="0" i="0" u="none" strike="noStrike" baseline="0" dirty="0">
                <a:latin typeface="CMR12"/>
              </a:rPr>
              <a:t>In a random sample of size five the sum of the sample values equals 155, while the sum of their squares equals 4837. Find the mean and the variance of the sample.</a:t>
            </a:r>
            <a:endParaRPr lang="en-US" sz="1600" b="1" dirty="0"/>
          </a:p>
        </p:txBody>
      </p:sp>
      <mc:AlternateContent xmlns:mc="http://schemas.openxmlformats.org/markup-compatibility/2006" xmlns:a14="http://schemas.microsoft.com/office/drawing/2010/main">
        <mc:Choice Requires="a14">
          <p:sp>
            <p:nvSpPr>
              <p:cNvPr id="4" name="Szövegdoboz 3">
                <a:extLst>
                  <a:ext uri="{FF2B5EF4-FFF2-40B4-BE49-F238E27FC236}">
                    <a16:creationId xmlns:a16="http://schemas.microsoft.com/office/drawing/2014/main" id="{3A074465-756F-4C52-8EA2-0A34F87E961E}"/>
                  </a:ext>
                </a:extLst>
              </p:cNvPr>
              <p:cNvSpPr txBox="1"/>
              <p:nvPr/>
            </p:nvSpPr>
            <p:spPr>
              <a:xfrm>
                <a:off x="822959" y="2843182"/>
                <a:ext cx="5865260"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sSubSup>
                            <m:sSubSupPr>
                              <m:ctrlPr>
                                <a:rPr lang="en-GB" i="1">
                                  <a:latin typeface="Cambria Math" panose="02040503050406030204" pitchFamily="18" charset="0"/>
                                </a:rPr>
                              </m:ctrlPr>
                            </m:sSubSupPr>
                            <m:e>
                              <m:r>
                                <a:rPr lang="en-GB" i="1">
                                  <a:latin typeface="Cambria Math" panose="02040503050406030204" pitchFamily="18" charset="0"/>
                                </a:rPr>
                                <m:t>𝑠</m:t>
                              </m:r>
                            </m:e>
                            <m:sub>
                              <m:r>
                                <a:rPr lang="en-GB" i="1">
                                  <a:latin typeface="Cambria Math" panose="02040503050406030204" pitchFamily="18" charset="0"/>
                                </a:rPr>
                                <m:t>𝑛</m:t>
                              </m:r>
                            </m:sub>
                            <m:sup>
                              <m:r>
                                <a:rPr lang="en-GB" i="1">
                                  <a:latin typeface="Cambria Math" panose="02040503050406030204" pitchFamily="18" charset="0"/>
                                </a:rPr>
                                <m:t>∗</m:t>
                              </m:r>
                            </m:sup>
                          </m:sSubSup>
                        </m:e>
                        <m:sup>
                          <m:r>
                            <a:rPr lang="en-GB" b="0" i="1" smtClean="0">
                              <a:latin typeface="Cambria Math" panose="02040503050406030204" pitchFamily="18" charset="0"/>
                            </a:rPr>
                            <m:t>2</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𝑛</m:t>
                          </m:r>
                          <m:r>
                            <a:rPr lang="en-GB" b="0" i="1" smtClean="0">
                              <a:latin typeface="Cambria Math" panose="02040503050406030204" pitchFamily="18" charset="0"/>
                            </a:rPr>
                            <m:t>−1</m:t>
                          </m:r>
                        </m:den>
                      </m:f>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r>
                                <a:rPr lang="en-GB" b="0" i="1" smtClean="0">
                                  <a:latin typeface="Cambria Math" panose="02040503050406030204" pitchFamily="18" charset="0"/>
                                </a:rPr>
                                <m:t>−</m:t>
                              </m:r>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𝑥</m:t>
                                  </m:r>
                                </m:e>
                              </m:acc>
                            </m:e>
                          </m:d>
                        </m:e>
                        <m:sup>
                          <m:r>
                            <a:rPr lang="en-GB" b="0" i="1" smtClean="0">
                              <a:latin typeface="Cambria Math" panose="02040503050406030204" pitchFamily="18" charset="0"/>
                            </a:rPr>
                            <m:t>2</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𝑛</m:t>
                          </m:r>
                          <m:r>
                            <a:rPr lang="en-GB" b="0" i="1" smtClean="0">
                              <a:latin typeface="Cambria Math" panose="02040503050406030204" pitchFamily="18" charset="0"/>
                            </a:rPr>
                            <m:t>−1</m:t>
                          </m:r>
                        </m:den>
                      </m:f>
                      <m:d>
                        <m:dPr>
                          <m:ctrlPr>
                            <a:rPr lang="en-GB" b="0" i="1" smtClean="0">
                              <a:latin typeface="Cambria Math" panose="02040503050406030204" pitchFamily="18" charset="0"/>
                            </a:rPr>
                          </m:ctrlPr>
                        </m:dPr>
                        <m:e>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𝑎</m:t>
                                  </m:r>
                                </m:e>
                              </m:d>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𝑛</m:t>
                          </m:r>
                          <m:sSup>
                            <m:sSupPr>
                              <m:ctrlPr>
                                <a:rPr lang="hu-HU" b="0" i="1" smtClean="0">
                                  <a:latin typeface="Cambria Math" panose="02040503050406030204" pitchFamily="18" charset="0"/>
                                </a:rPr>
                              </m:ctrlPr>
                            </m:sSupPr>
                            <m:e>
                              <m:d>
                                <m:dPr>
                                  <m:ctrlPr>
                                    <a:rPr lang="en-GB" b="0" i="1" smtClean="0">
                                      <a:latin typeface="Cambria Math" panose="02040503050406030204" pitchFamily="18" charset="0"/>
                                    </a:rPr>
                                  </m:ctrlPr>
                                </m:dPr>
                                <m:e>
                                  <m:acc>
                                    <m:accPr>
                                      <m:chr m:val="̅"/>
                                      <m:ctrlPr>
                                        <a:rPr lang="en-GB" i="1">
                                          <a:latin typeface="Cambria Math" panose="02040503050406030204" pitchFamily="18" charset="0"/>
                                        </a:rPr>
                                      </m:ctrlPr>
                                    </m:accPr>
                                    <m:e>
                                      <m:r>
                                        <a:rPr lang="en-GB" i="1">
                                          <a:latin typeface="Cambria Math" panose="02040503050406030204" pitchFamily="18" charset="0"/>
                                        </a:rPr>
                                        <m:t>𝑥</m:t>
                                      </m:r>
                                    </m:e>
                                  </m:acc>
                                  <m:r>
                                    <a:rPr lang="en-GB" b="0" i="1" smtClean="0">
                                      <a:latin typeface="Cambria Math" panose="02040503050406030204" pitchFamily="18" charset="0"/>
                                    </a:rPr>
                                    <m:t>−</m:t>
                                  </m:r>
                                  <m:r>
                                    <a:rPr lang="en-GB" b="0" i="1" smtClean="0">
                                      <a:latin typeface="Cambria Math" panose="02040503050406030204" pitchFamily="18" charset="0"/>
                                    </a:rPr>
                                    <m:t>𝑎</m:t>
                                  </m:r>
                                </m:e>
                              </m:d>
                            </m:e>
                            <m:sup>
                              <m:r>
                                <a:rPr lang="hu-HU" b="0" i="1" smtClean="0">
                                  <a:latin typeface="Cambria Math" panose="02040503050406030204" pitchFamily="18" charset="0"/>
                                </a:rPr>
                                <m:t>2</m:t>
                              </m:r>
                            </m:sup>
                          </m:sSup>
                        </m:e>
                      </m:d>
                    </m:oMath>
                  </m:oMathPara>
                </a14:m>
                <a:endParaRPr lang="hu-HU" dirty="0"/>
              </a:p>
            </p:txBody>
          </p:sp>
        </mc:Choice>
        <mc:Fallback xmlns="">
          <p:sp>
            <p:nvSpPr>
              <p:cNvPr id="4" name="Szövegdoboz 3">
                <a:extLst>
                  <a:ext uri="{FF2B5EF4-FFF2-40B4-BE49-F238E27FC236}">
                    <a16:creationId xmlns:a16="http://schemas.microsoft.com/office/drawing/2014/main" id="{3A074465-756F-4C52-8EA2-0A34F87E961E}"/>
                  </a:ext>
                </a:extLst>
              </p:cNvPr>
              <p:cNvSpPr txBox="1">
                <a:spLocks noRot="1" noChangeAspect="1" noMove="1" noResize="1" noEditPoints="1" noAdjustHandles="1" noChangeArrowheads="1" noChangeShapeType="1" noTextEdit="1"/>
              </p:cNvSpPr>
              <p:nvPr/>
            </p:nvSpPr>
            <p:spPr>
              <a:xfrm>
                <a:off x="822959" y="2843182"/>
                <a:ext cx="5865260" cy="520399"/>
              </a:xfrm>
              <a:prstGeom prst="rect">
                <a:avLst/>
              </a:prstGeom>
              <a:blipFill>
                <a:blip r:embed="rId2"/>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5" name="Szövegdoboz 4">
                <a:extLst>
                  <a:ext uri="{FF2B5EF4-FFF2-40B4-BE49-F238E27FC236}">
                    <a16:creationId xmlns:a16="http://schemas.microsoft.com/office/drawing/2014/main" id="{A45E66EA-5B2E-43AC-88EC-7C6A2A7CFCFC}"/>
                  </a:ext>
                </a:extLst>
              </p:cNvPr>
              <p:cNvSpPr txBox="1"/>
              <p:nvPr/>
            </p:nvSpPr>
            <p:spPr>
              <a:xfrm>
                <a:off x="822959" y="3494420"/>
                <a:ext cx="6163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=0</m:t>
                      </m:r>
                    </m:oMath>
                  </m:oMathPara>
                </a14:m>
                <a:endParaRPr lang="hu-HU" dirty="0"/>
              </a:p>
            </p:txBody>
          </p:sp>
        </mc:Choice>
        <mc:Fallback xmlns="">
          <p:sp>
            <p:nvSpPr>
              <p:cNvPr id="5" name="Szövegdoboz 4">
                <a:extLst>
                  <a:ext uri="{FF2B5EF4-FFF2-40B4-BE49-F238E27FC236}">
                    <a16:creationId xmlns:a16="http://schemas.microsoft.com/office/drawing/2014/main" id="{A45E66EA-5B2E-43AC-88EC-7C6A2A7CFCFC}"/>
                  </a:ext>
                </a:extLst>
              </p:cNvPr>
              <p:cNvSpPr txBox="1">
                <a:spLocks noRot="1" noChangeAspect="1" noMove="1" noResize="1" noEditPoints="1" noAdjustHandles="1" noChangeArrowheads="1" noChangeShapeType="1" noTextEdit="1"/>
              </p:cNvSpPr>
              <p:nvPr/>
            </p:nvSpPr>
            <p:spPr>
              <a:xfrm>
                <a:off x="822959" y="3494420"/>
                <a:ext cx="616387" cy="276999"/>
              </a:xfrm>
              <a:prstGeom prst="rect">
                <a:avLst/>
              </a:prstGeom>
              <a:blipFill>
                <a:blip r:embed="rId3"/>
                <a:stretch>
                  <a:fillRect l="-4950" r="-7921" b="-6522"/>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6" name="Szövegdoboz 5">
                <a:extLst>
                  <a:ext uri="{FF2B5EF4-FFF2-40B4-BE49-F238E27FC236}">
                    <a16:creationId xmlns:a16="http://schemas.microsoft.com/office/drawing/2014/main" id="{EE3F9EAC-0507-47D8-8525-3106555D16C4}"/>
                  </a:ext>
                </a:extLst>
              </p:cNvPr>
              <p:cNvSpPr txBox="1"/>
              <p:nvPr/>
            </p:nvSpPr>
            <p:spPr>
              <a:xfrm>
                <a:off x="822959" y="3902258"/>
                <a:ext cx="2515176"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sSubSup>
                            <m:sSubSupPr>
                              <m:ctrlPr>
                                <a:rPr lang="en-GB" i="1">
                                  <a:latin typeface="Cambria Math" panose="02040503050406030204" pitchFamily="18" charset="0"/>
                                </a:rPr>
                              </m:ctrlPr>
                            </m:sSubSupPr>
                            <m:e>
                              <m:r>
                                <a:rPr lang="en-GB" i="1">
                                  <a:latin typeface="Cambria Math" panose="02040503050406030204" pitchFamily="18" charset="0"/>
                                </a:rPr>
                                <m:t>𝑠</m:t>
                              </m:r>
                            </m:e>
                            <m:sub>
                              <m:r>
                                <a:rPr lang="en-GB" i="1">
                                  <a:latin typeface="Cambria Math" panose="02040503050406030204" pitchFamily="18" charset="0"/>
                                </a:rPr>
                                <m:t>𝑛</m:t>
                              </m:r>
                            </m:sub>
                            <m:sup>
                              <m:r>
                                <a:rPr lang="en-GB" i="1">
                                  <a:latin typeface="Cambria Math" panose="02040503050406030204" pitchFamily="18" charset="0"/>
                                </a:rPr>
                                <m:t>∗</m:t>
                              </m:r>
                            </m:sup>
                          </m:sSubSup>
                        </m:e>
                        <m:sup>
                          <m:r>
                            <a:rPr lang="en-GB" b="0" i="1" smtClean="0">
                              <a:latin typeface="Cambria Math" panose="02040503050406030204" pitchFamily="18" charset="0"/>
                            </a:rPr>
                            <m:t>2</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𝑛</m:t>
                          </m:r>
                          <m:r>
                            <a:rPr lang="en-GB" b="0" i="1" smtClean="0">
                              <a:latin typeface="Cambria Math" panose="02040503050406030204" pitchFamily="18" charset="0"/>
                            </a:rPr>
                            <m:t>−1</m:t>
                          </m:r>
                        </m:den>
                      </m:f>
                      <m:d>
                        <m:dPr>
                          <m:ctrlPr>
                            <a:rPr lang="hu-HU" b="0" i="1" smtClean="0">
                              <a:latin typeface="Cambria Math" panose="02040503050406030204" pitchFamily="18" charset="0"/>
                            </a:rPr>
                          </m:ctrlPr>
                        </m:dPr>
                        <m:e>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𝑥</m:t>
                              </m:r>
                            </m:e>
                            <m:sub>
                              <m:r>
                                <a:rPr lang="en-GB" b="0" i="1" smtClean="0">
                                  <a:latin typeface="Cambria Math" panose="02040503050406030204" pitchFamily="18" charset="0"/>
                                </a:rPr>
                                <m:t>𝑖</m:t>
                              </m:r>
                            </m:sub>
                            <m:sup>
                              <m:r>
                                <a:rPr lang="en-GB" b="0" i="1" smtClean="0">
                                  <a:latin typeface="Cambria Math" panose="02040503050406030204" pitchFamily="18" charset="0"/>
                                </a:rPr>
                                <m:t>2</m:t>
                              </m:r>
                            </m:sup>
                          </m:sSubSup>
                          <m:r>
                            <a:rPr lang="en-GB" b="0" i="1" smtClean="0">
                              <a:latin typeface="Cambria Math" panose="02040503050406030204" pitchFamily="18" charset="0"/>
                            </a:rPr>
                            <m:t>−</m:t>
                          </m:r>
                          <m:r>
                            <a:rPr lang="en-GB" b="0" i="1" smtClean="0">
                              <a:latin typeface="Cambria Math" panose="02040503050406030204" pitchFamily="18" charset="0"/>
                            </a:rPr>
                            <m:t>𝑛</m:t>
                          </m:r>
                          <m:sSup>
                            <m:sSupPr>
                              <m:ctrlPr>
                                <a:rPr lang="en-GB" b="0" i="1" smtClean="0">
                                  <a:latin typeface="Cambria Math" panose="02040503050406030204" pitchFamily="18" charset="0"/>
                                </a:rPr>
                              </m:ctrlPr>
                            </m:sSupPr>
                            <m:e>
                              <m:acc>
                                <m:accPr>
                                  <m:chr m:val="̅"/>
                                  <m:ctrlPr>
                                    <a:rPr lang="en-GB" i="1">
                                      <a:latin typeface="Cambria Math" panose="02040503050406030204" pitchFamily="18" charset="0"/>
                                    </a:rPr>
                                  </m:ctrlPr>
                                </m:accPr>
                                <m:e>
                                  <m:r>
                                    <a:rPr lang="en-GB" i="1">
                                      <a:latin typeface="Cambria Math" panose="02040503050406030204" pitchFamily="18" charset="0"/>
                                    </a:rPr>
                                    <m:t>𝑥</m:t>
                                  </m:r>
                                </m:e>
                              </m:acc>
                            </m:e>
                            <m:sup>
                              <m:r>
                                <a:rPr lang="en-GB" b="0" i="1" smtClean="0">
                                  <a:latin typeface="Cambria Math" panose="02040503050406030204" pitchFamily="18" charset="0"/>
                                </a:rPr>
                                <m:t>2</m:t>
                              </m:r>
                            </m:sup>
                          </m:sSup>
                        </m:e>
                      </m:d>
                    </m:oMath>
                  </m:oMathPara>
                </a14:m>
                <a:endParaRPr lang="hu-HU" dirty="0"/>
              </a:p>
            </p:txBody>
          </p:sp>
        </mc:Choice>
        <mc:Fallback xmlns="">
          <p:sp>
            <p:nvSpPr>
              <p:cNvPr id="6" name="Szövegdoboz 5">
                <a:extLst>
                  <a:ext uri="{FF2B5EF4-FFF2-40B4-BE49-F238E27FC236}">
                    <a16:creationId xmlns:a16="http://schemas.microsoft.com/office/drawing/2014/main" id="{EE3F9EAC-0507-47D8-8525-3106555D16C4}"/>
                  </a:ext>
                </a:extLst>
              </p:cNvPr>
              <p:cNvSpPr txBox="1">
                <a:spLocks noRot="1" noChangeAspect="1" noMove="1" noResize="1" noEditPoints="1" noAdjustHandles="1" noChangeArrowheads="1" noChangeShapeType="1" noTextEdit="1"/>
              </p:cNvSpPr>
              <p:nvPr/>
            </p:nvSpPr>
            <p:spPr>
              <a:xfrm>
                <a:off x="822959" y="3902258"/>
                <a:ext cx="2515176" cy="520399"/>
              </a:xfrm>
              <a:prstGeom prst="rect">
                <a:avLst/>
              </a:prstGeom>
              <a:blipFill>
                <a:blip r:embed="rId4"/>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8" name="Szövegdoboz 7">
                <a:extLst>
                  <a:ext uri="{FF2B5EF4-FFF2-40B4-BE49-F238E27FC236}">
                    <a16:creationId xmlns:a16="http://schemas.microsoft.com/office/drawing/2014/main" id="{8824133B-A413-4585-A9A8-FA5BE3FBAAA2}"/>
                  </a:ext>
                </a:extLst>
              </p:cNvPr>
              <p:cNvSpPr txBox="1"/>
              <p:nvPr/>
            </p:nvSpPr>
            <p:spPr>
              <a:xfrm>
                <a:off x="822959" y="4553496"/>
                <a:ext cx="1031008" cy="6183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𝑥</m:t>
                          </m:r>
                        </m:e>
                      </m:acc>
                      <m:r>
                        <a:rPr lang="en-GB" b="0" i="0" smtClean="0">
                          <a:latin typeface="Cambria Math" panose="02040503050406030204" pitchFamily="18" charset="0"/>
                        </a:rPr>
                        <m:t>=</m:t>
                      </m:r>
                      <m:f>
                        <m:fPr>
                          <m:ctrlPr>
                            <a:rPr lang="en-GB" b="0" i="1" smtClean="0">
                              <a:latin typeface="Cambria Math" panose="02040503050406030204" pitchFamily="18" charset="0"/>
                            </a:rPr>
                          </m:ctrlPr>
                        </m:fPr>
                        <m:num>
                          <m:r>
                            <a:rPr lang="en-GB" b="0" i="0" smtClean="0">
                              <a:latin typeface="Cambria Math" panose="02040503050406030204" pitchFamily="18" charset="0"/>
                            </a:rPr>
                            <m:t>155</m:t>
                          </m:r>
                        </m:num>
                        <m:den>
                          <m:r>
                            <a:rPr lang="en-GB" b="0" i="0" smtClean="0">
                              <a:latin typeface="Cambria Math" panose="02040503050406030204" pitchFamily="18" charset="0"/>
                            </a:rPr>
                            <m:t>5</m:t>
                          </m:r>
                        </m:den>
                      </m:f>
                    </m:oMath>
                  </m:oMathPara>
                </a14:m>
                <a:endParaRPr lang="hu-HU" dirty="0"/>
              </a:p>
            </p:txBody>
          </p:sp>
        </mc:Choice>
        <mc:Fallback xmlns="">
          <p:sp>
            <p:nvSpPr>
              <p:cNvPr id="8" name="Szövegdoboz 7">
                <a:extLst>
                  <a:ext uri="{FF2B5EF4-FFF2-40B4-BE49-F238E27FC236}">
                    <a16:creationId xmlns:a16="http://schemas.microsoft.com/office/drawing/2014/main" id="{8824133B-A413-4585-A9A8-FA5BE3FBAAA2}"/>
                  </a:ext>
                </a:extLst>
              </p:cNvPr>
              <p:cNvSpPr txBox="1">
                <a:spLocks noRot="1" noChangeAspect="1" noMove="1" noResize="1" noEditPoints="1" noAdjustHandles="1" noChangeArrowheads="1" noChangeShapeType="1" noTextEdit="1"/>
              </p:cNvSpPr>
              <p:nvPr/>
            </p:nvSpPr>
            <p:spPr>
              <a:xfrm>
                <a:off x="822959" y="4553496"/>
                <a:ext cx="1031008" cy="618374"/>
              </a:xfrm>
              <a:prstGeom prst="rect">
                <a:avLst/>
              </a:prstGeom>
              <a:blipFill>
                <a:blip r:embed="rId5"/>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9" name="Szövegdoboz 8">
                <a:extLst>
                  <a:ext uri="{FF2B5EF4-FFF2-40B4-BE49-F238E27FC236}">
                    <a16:creationId xmlns:a16="http://schemas.microsoft.com/office/drawing/2014/main" id="{EAE1AECC-78D1-423A-B883-BA64D2D9CA67}"/>
                  </a:ext>
                </a:extLst>
              </p:cNvPr>
              <p:cNvSpPr txBox="1"/>
              <p:nvPr/>
            </p:nvSpPr>
            <p:spPr>
              <a:xfrm>
                <a:off x="822959" y="5302709"/>
                <a:ext cx="5650714" cy="7237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sSubSup>
                            <m:sSubSupPr>
                              <m:ctrlPr>
                                <a:rPr lang="en-GB" i="1">
                                  <a:latin typeface="Cambria Math" panose="02040503050406030204" pitchFamily="18" charset="0"/>
                                </a:rPr>
                              </m:ctrlPr>
                            </m:sSubSupPr>
                            <m:e>
                              <m:r>
                                <a:rPr lang="en-GB" i="1">
                                  <a:latin typeface="Cambria Math" panose="02040503050406030204" pitchFamily="18" charset="0"/>
                                </a:rPr>
                                <m:t>𝑠</m:t>
                              </m:r>
                            </m:e>
                            <m:sub>
                              <m:r>
                                <a:rPr lang="en-GB" i="1">
                                  <a:latin typeface="Cambria Math" panose="02040503050406030204" pitchFamily="18" charset="0"/>
                                </a:rPr>
                                <m:t>𝑛</m:t>
                              </m:r>
                            </m:sub>
                            <m:sup>
                              <m:r>
                                <a:rPr lang="en-GB" i="1">
                                  <a:latin typeface="Cambria Math" panose="02040503050406030204" pitchFamily="18" charset="0"/>
                                </a:rPr>
                                <m:t>∗</m:t>
                              </m:r>
                            </m:sup>
                          </m:sSubSup>
                        </m:e>
                        <m:sup>
                          <m:r>
                            <a:rPr lang="en-GB" b="0" i="1" smtClean="0">
                              <a:latin typeface="Cambria Math" panose="02040503050406030204" pitchFamily="18" charset="0"/>
                            </a:rPr>
                            <m:t>2</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𝑛</m:t>
                          </m:r>
                          <m:r>
                            <a:rPr lang="en-GB" b="0" i="1" smtClean="0">
                              <a:latin typeface="Cambria Math" panose="02040503050406030204" pitchFamily="18" charset="0"/>
                            </a:rPr>
                            <m:t>−1</m:t>
                          </m:r>
                        </m:den>
                      </m:f>
                      <m:d>
                        <m:dPr>
                          <m:ctrlPr>
                            <a:rPr lang="hu-HU" b="0" i="1" smtClean="0">
                              <a:latin typeface="Cambria Math" panose="02040503050406030204" pitchFamily="18" charset="0"/>
                            </a:rPr>
                          </m:ctrlPr>
                        </m:dPr>
                        <m:e>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𝑥</m:t>
                              </m:r>
                            </m:e>
                            <m:sub>
                              <m:r>
                                <a:rPr lang="en-GB" b="0" i="1" smtClean="0">
                                  <a:latin typeface="Cambria Math" panose="02040503050406030204" pitchFamily="18" charset="0"/>
                                </a:rPr>
                                <m:t>𝑖</m:t>
                              </m:r>
                            </m:sub>
                            <m:sup>
                              <m:r>
                                <a:rPr lang="en-GB" b="0" i="1" smtClean="0">
                                  <a:latin typeface="Cambria Math" panose="02040503050406030204" pitchFamily="18" charset="0"/>
                                </a:rPr>
                                <m:t>2</m:t>
                              </m:r>
                            </m:sup>
                          </m:sSubSup>
                          <m:r>
                            <a:rPr lang="en-GB" b="0" i="1" smtClean="0">
                              <a:latin typeface="Cambria Math" panose="02040503050406030204" pitchFamily="18" charset="0"/>
                            </a:rPr>
                            <m:t>−</m:t>
                          </m:r>
                          <m:r>
                            <a:rPr lang="en-GB" b="0" i="1" smtClean="0">
                              <a:latin typeface="Cambria Math" panose="02040503050406030204" pitchFamily="18" charset="0"/>
                            </a:rPr>
                            <m:t>𝑛</m:t>
                          </m:r>
                          <m:sSup>
                            <m:sSupPr>
                              <m:ctrlPr>
                                <a:rPr lang="en-GB" b="0" i="1" smtClean="0">
                                  <a:latin typeface="Cambria Math" panose="02040503050406030204" pitchFamily="18" charset="0"/>
                                </a:rPr>
                              </m:ctrlPr>
                            </m:sSupPr>
                            <m:e>
                              <m:acc>
                                <m:accPr>
                                  <m:chr m:val="̅"/>
                                  <m:ctrlPr>
                                    <a:rPr lang="en-GB" i="1">
                                      <a:latin typeface="Cambria Math" panose="02040503050406030204" pitchFamily="18" charset="0"/>
                                    </a:rPr>
                                  </m:ctrlPr>
                                </m:accPr>
                                <m:e>
                                  <m:r>
                                    <a:rPr lang="en-GB" i="1">
                                      <a:latin typeface="Cambria Math" panose="02040503050406030204" pitchFamily="18" charset="0"/>
                                    </a:rPr>
                                    <m:t>𝑥</m:t>
                                  </m:r>
                                </m:e>
                              </m:acc>
                            </m:e>
                            <m:sup>
                              <m:r>
                                <a:rPr lang="en-GB" b="0" i="1" smtClean="0">
                                  <a:latin typeface="Cambria Math" panose="02040503050406030204" pitchFamily="18" charset="0"/>
                                </a:rPr>
                                <m:t>2</m:t>
                              </m:r>
                            </m:sup>
                          </m:sSup>
                        </m:e>
                      </m:d>
                      <m:r>
                        <a:rPr lang="hu-HU" b="0" i="1" smtClean="0">
                          <a:latin typeface="Cambria Math" panose="02040503050406030204" pitchFamily="18" charset="0"/>
                        </a:rPr>
                        <m:t>=</m:t>
                      </m:r>
                      <m:f>
                        <m:fPr>
                          <m:ctrlPr>
                            <a:rPr lang="hu-HU" b="0" i="1" smtClean="0">
                              <a:latin typeface="Cambria Math" panose="02040503050406030204" pitchFamily="18" charset="0"/>
                            </a:rPr>
                          </m:ctrlPr>
                        </m:fPr>
                        <m:num>
                          <m:r>
                            <a:rPr lang="hu-HU" b="0" i="1" smtClean="0">
                              <a:latin typeface="Cambria Math" panose="02040503050406030204" pitchFamily="18" charset="0"/>
                            </a:rPr>
                            <m:t>1</m:t>
                          </m:r>
                        </m:num>
                        <m:den>
                          <m:r>
                            <a:rPr lang="hu-HU" b="0" i="1" smtClean="0">
                              <a:latin typeface="Cambria Math" panose="02040503050406030204" pitchFamily="18" charset="0"/>
                            </a:rPr>
                            <m:t>4</m:t>
                          </m:r>
                        </m:den>
                      </m:f>
                      <m:d>
                        <m:dPr>
                          <m:ctrlPr>
                            <a:rPr lang="hu-HU" b="0" i="1" smtClean="0">
                              <a:latin typeface="Cambria Math" panose="02040503050406030204" pitchFamily="18" charset="0"/>
                            </a:rPr>
                          </m:ctrlPr>
                        </m:dPr>
                        <m:e>
                          <m:r>
                            <a:rPr lang="hu-HU" b="0" i="1" smtClean="0">
                              <a:latin typeface="Cambria Math" panose="02040503050406030204" pitchFamily="18" charset="0"/>
                            </a:rPr>
                            <m:t>4837−5×</m:t>
                          </m:r>
                          <m:sSup>
                            <m:sSupPr>
                              <m:ctrlPr>
                                <a:rPr lang="hu-HU" b="0" i="1" smtClean="0">
                                  <a:latin typeface="Cambria Math" panose="02040503050406030204" pitchFamily="18" charset="0"/>
                                </a:rPr>
                              </m:ctrlPr>
                            </m:sSupPr>
                            <m:e>
                              <m:d>
                                <m:dPr>
                                  <m:ctrlPr>
                                    <a:rPr lang="hu-HU" b="0" i="1" smtClean="0">
                                      <a:latin typeface="Cambria Math" panose="02040503050406030204" pitchFamily="18" charset="0"/>
                                    </a:rPr>
                                  </m:ctrlPr>
                                </m:dPr>
                                <m:e>
                                  <m:f>
                                    <m:fPr>
                                      <m:ctrlPr>
                                        <a:rPr lang="hu-HU" b="0" i="1" smtClean="0">
                                          <a:latin typeface="Cambria Math" panose="02040503050406030204" pitchFamily="18" charset="0"/>
                                        </a:rPr>
                                      </m:ctrlPr>
                                    </m:fPr>
                                    <m:num>
                                      <m:r>
                                        <a:rPr lang="hu-HU" b="0" i="1" smtClean="0">
                                          <a:latin typeface="Cambria Math" panose="02040503050406030204" pitchFamily="18" charset="0"/>
                                        </a:rPr>
                                        <m:t>155</m:t>
                                      </m:r>
                                    </m:num>
                                    <m:den>
                                      <m:r>
                                        <a:rPr lang="hu-HU" b="0" i="1" smtClean="0">
                                          <a:latin typeface="Cambria Math" panose="02040503050406030204" pitchFamily="18" charset="0"/>
                                        </a:rPr>
                                        <m:t>5</m:t>
                                      </m:r>
                                    </m:den>
                                  </m:f>
                                </m:e>
                              </m:d>
                            </m:e>
                            <m:sup>
                              <m:r>
                                <a:rPr lang="hu-HU" b="0" i="1" smtClean="0">
                                  <a:latin typeface="Cambria Math" panose="02040503050406030204" pitchFamily="18" charset="0"/>
                                </a:rPr>
                                <m:t>2</m:t>
                              </m:r>
                            </m:sup>
                          </m:sSup>
                        </m:e>
                      </m:d>
                      <m:r>
                        <a:rPr lang="hu-HU" b="0" i="1" smtClean="0">
                          <a:latin typeface="Cambria Math" panose="02040503050406030204" pitchFamily="18" charset="0"/>
                        </a:rPr>
                        <m:t>=8</m:t>
                      </m:r>
                    </m:oMath>
                  </m:oMathPara>
                </a14:m>
                <a:endParaRPr lang="hu-HU" dirty="0"/>
              </a:p>
            </p:txBody>
          </p:sp>
        </mc:Choice>
        <mc:Fallback xmlns="">
          <p:sp>
            <p:nvSpPr>
              <p:cNvPr id="9" name="Szövegdoboz 8">
                <a:extLst>
                  <a:ext uri="{FF2B5EF4-FFF2-40B4-BE49-F238E27FC236}">
                    <a16:creationId xmlns:a16="http://schemas.microsoft.com/office/drawing/2014/main" id="{EAE1AECC-78D1-423A-B883-BA64D2D9CA67}"/>
                  </a:ext>
                </a:extLst>
              </p:cNvPr>
              <p:cNvSpPr txBox="1">
                <a:spLocks noRot="1" noChangeAspect="1" noMove="1" noResize="1" noEditPoints="1" noAdjustHandles="1" noChangeArrowheads="1" noChangeShapeType="1" noTextEdit="1"/>
              </p:cNvSpPr>
              <p:nvPr/>
            </p:nvSpPr>
            <p:spPr>
              <a:xfrm>
                <a:off x="822959" y="5302709"/>
                <a:ext cx="5650714" cy="723788"/>
              </a:xfrm>
              <a:prstGeom prst="rect">
                <a:avLst/>
              </a:prstGeom>
              <a:blipFill>
                <a:blip r:embed="rId6"/>
                <a:stretch>
                  <a:fillRect/>
                </a:stretch>
              </a:blipFill>
            </p:spPr>
            <p:txBody>
              <a:bodyPr/>
              <a:lstStyle/>
              <a:p>
                <a:r>
                  <a:rPr lang="hu-HU">
                    <a:noFill/>
                  </a:rPr>
                  <a:t> </a:t>
                </a:r>
              </a:p>
            </p:txBody>
          </p:sp>
        </mc:Fallback>
      </mc:AlternateContent>
    </p:spTree>
    <p:extLst>
      <p:ext uri="{BB962C8B-B14F-4D97-AF65-F5344CB8AC3E}">
        <p14:creationId xmlns:p14="http://schemas.microsoft.com/office/powerpoint/2010/main" val="350187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0" y="866734"/>
            <a:ext cx="5657850" cy="673304"/>
          </a:xfrm>
        </p:spPr>
        <p:txBody>
          <a:bodyPr/>
          <a:lstStyle/>
          <a:p>
            <a:r>
              <a:rPr lang="en-US" dirty="0">
                <a:solidFill>
                  <a:srgbClr val="92D050"/>
                </a:solidFill>
                <a:cs typeface="Arial" panose="020B0604020202020204" pitchFamily="34" charset="0"/>
              </a:rPr>
              <a:t>Exercise 16.</a:t>
            </a:r>
            <a:r>
              <a:rPr lang="hu-HU" dirty="0">
                <a:solidFill>
                  <a:srgbClr val="92D050"/>
                </a:solidFill>
                <a:cs typeface="Arial" panose="020B0604020202020204" pitchFamily="34" charset="0"/>
              </a:rPr>
              <a:t>4</a:t>
            </a:r>
            <a:r>
              <a:rPr lang="hu-HU" dirty="0">
                <a:solidFill>
                  <a:schemeClr val="tx1"/>
                </a:solidFill>
                <a:cs typeface="Arial" panose="020B0604020202020204" pitchFamily="34" charset="0"/>
              </a:rPr>
              <a:t> (M1)</a:t>
            </a:r>
            <a:r>
              <a:rPr lang="en-US" dirty="0">
                <a:solidFill>
                  <a:srgbClr val="92D050"/>
                </a:solidFill>
                <a:cs typeface="Arial" panose="020B0604020202020204" pitchFamily="34" charset="0"/>
              </a:rPr>
              <a:t> </a:t>
            </a:r>
            <a:endParaRPr lang="en-GB" cap="none" dirty="0"/>
          </a:p>
        </p:txBody>
      </p:sp>
      <p:sp>
        <p:nvSpPr>
          <p:cNvPr id="3" name="Tartalom helye 2"/>
          <p:cNvSpPr>
            <a:spLocks noGrp="1"/>
          </p:cNvSpPr>
          <p:nvPr>
            <p:ph idx="1"/>
          </p:nvPr>
        </p:nvSpPr>
        <p:spPr>
          <a:xfrm>
            <a:off x="-8022" y="1427470"/>
            <a:ext cx="9144000" cy="1758774"/>
          </a:xfrm>
        </p:spPr>
        <p:txBody>
          <a:bodyPr>
            <a:noAutofit/>
          </a:bodyPr>
          <a:lstStyle/>
          <a:p>
            <a:pPr algn="just"/>
            <a:r>
              <a:rPr lang="en-GB" sz="1800" b="0" i="0" u="none" strike="noStrike" baseline="0" dirty="0">
                <a:latin typeface="CMR12"/>
              </a:rPr>
              <a:t>The volumes, in </a:t>
            </a:r>
            <a:r>
              <a:rPr lang="en-GB" sz="1800" b="0" i="0" u="none" strike="noStrike" baseline="0" dirty="0" err="1">
                <a:latin typeface="CMR12"/>
              </a:rPr>
              <a:t>mililitres</a:t>
            </a:r>
            <a:r>
              <a:rPr lang="en-GB" sz="1800" b="0" i="0" u="none" strike="noStrike" baseline="0" dirty="0">
                <a:latin typeface="CMR12"/>
              </a:rPr>
              <a:t>, of soft drink of a random sample of 10 bottles from a large batch were as follows:</a:t>
            </a:r>
          </a:p>
          <a:p>
            <a:pPr algn="ctr"/>
            <a:r>
              <a:rPr lang="en-GB" sz="1800" b="0" i="0" u="none" strike="noStrike" baseline="0" dirty="0">
                <a:latin typeface="CMR12"/>
              </a:rPr>
              <a:t>499,</a:t>
            </a:r>
            <a:r>
              <a:rPr lang="en-GB" sz="1800" b="0" i="0" u="none" strike="noStrike" baseline="0" dirty="0">
                <a:latin typeface="CMMI12"/>
              </a:rPr>
              <a:t> </a:t>
            </a:r>
            <a:r>
              <a:rPr lang="en-GB" sz="1800" b="0" i="0" u="none" strike="noStrike" baseline="0" dirty="0">
                <a:latin typeface="CMR12"/>
              </a:rPr>
              <a:t>525,</a:t>
            </a:r>
            <a:r>
              <a:rPr lang="en-GB" sz="1800" b="0" i="0" u="none" strike="noStrike" baseline="0" dirty="0">
                <a:latin typeface="CMMI12"/>
              </a:rPr>
              <a:t> </a:t>
            </a:r>
            <a:r>
              <a:rPr lang="en-GB" sz="1800" b="0" i="0" u="none" strike="noStrike" baseline="0" dirty="0">
                <a:latin typeface="CMR12"/>
              </a:rPr>
              <a:t>498,</a:t>
            </a:r>
            <a:r>
              <a:rPr lang="en-GB" sz="1800" b="0" i="0" u="none" strike="noStrike" baseline="0" dirty="0">
                <a:latin typeface="CMMI12"/>
              </a:rPr>
              <a:t> </a:t>
            </a:r>
            <a:r>
              <a:rPr lang="en-GB" sz="1800" b="0" i="0" u="none" strike="noStrike" baseline="0" dirty="0">
                <a:latin typeface="CMR12"/>
              </a:rPr>
              <a:t>503,</a:t>
            </a:r>
            <a:r>
              <a:rPr lang="en-GB" sz="1800" b="0" i="0" u="none" strike="noStrike" baseline="0" dirty="0">
                <a:latin typeface="CMMI12"/>
              </a:rPr>
              <a:t> </a:t>
            </a:r>
            <a:r>
              <a:rPr lang="en-GB" sz="1800" b="0" i="0" u="none" strike="noStrike" baseline="0" dirty="0">
                <a:latin typeface="CMR12"/>
              </a:rPr>
              <a:t>501,</a:t>
            </a:r>
            <a:r>
              <a:rPr lang="en-GB" sz="1800" b="0" i="0" u="none" strike="noStrike" baseline="0" dirty="0">
                <a:latin typeface="CMMI12"/>
              </a:rPr>
              <a:t> </a:t>
            </a:r>
            <a:r>
              <a:rPr lang="en-GB" sz="1800" b="0" i="0" u="none" strike="noStrike" baseline="0" dirty="0">
                <a:latin typeface="CMR12"/>
              </a:rPr>
              <a:t>497,</a:t>
            </a:r>
            <a:r>
              <a:rPr lang="en-GB" sz="1800" b="0" i="0" u="none" strike="noStrike" baseline="0" dirty="0">
                <a:latin typeface="CMMI12"/>
              </a:rPr>
              <a:t> </a:t>
            </a:r>
            <a:r>
              <a:rPr lang="en-GB" sz="1800" b="0" i="0" u="none" strike="noStrike" baseline="0" dirty="0">
                <a:latin typeface="CMR12"/>
              </a:rPr>
              <a:t>493,</a:t>
            </a:r>
            <a:r>
              <a:rPr lang="en-GB" sz="1800" b="0" i="0" u="none" strike="noStrike" baseline="0" dirty="0">
                <a:latin typeface="CMMI12"/>
              </a:rPr>
              <a:t> </a:t>
            </a:r>
            <a:r>
              <a:rPr lang="en-GB" sz="1800" b="0" i="0" u="none" strike="noStrike" baseline="0" dirty="0">
                <a:latin typeface="CMR12"/>
              </a:rPr>
              <a:t>496</a:t>
            </a:r>
            <a:r>
              <a:rPr lang="en-GB" sz="1800" b="0" i="0" u="none" strike="noStrike" baseline="0" dirty="0">
                <a:latin typeface="CMMI12"/>
              </a:rPr>
              <a:t>, </a:t>
            </a:r>
            <a:r>
              <a:rPr lang="en-GB" sz="1800" b="0" i="0" u="none" strike="noStrike" baseline="0" dirty="0">
                <a:latin typeface="CMR12"/>
              </a:rPr>
              <a:t>500</a:t>
            </a:r>
            <a:r>
              <a:rPr lang="en-GB" sz="1800" b="0" i="0" u="none" strike="noStrike" baseline="0" dirty="0">
                <a:latin typeface="CMMI12"/>
              </a:rPr>
              <a:t>, </a:t>
            </a:r>
            <a:r>
              <a:rPr lang="en-GB" sz="1800" b="0" i="0" u="none" strike="noStrike" baseline="0" dirty="0">
                <a:latin typeface="CMR12"/>
              </a:rPr>
              <a:t>495</a:t>
            </a:r>
            <a:r>
              <a:rPr lang="en-GB" sz="1800" b="0" i="0" u="none" strike="noStrike" baseline="0" dirty="0">
                <a:latin typeface="CMMI12"/>
              </a:rPr>
              <a:t>.</a:t>
            </a:r>
          </a:p>
          <a:p>
            <a:pPr algn="just"/>
            <a:r>
              <a:rPr lang="en-GB" sz="1800" b="0" i="0" u="none" strike="noStrike" baseline="0" dirty="0">
                <a:latin typeface="CMR12"/>
              </a:rPr>
              <a:t>Stating clearly your null and alternative hypotheses, test the claim that the mean volume of soft drink in bottles in the batch is 500 ml. Use a 95% confidence interval. Assume that, for the batch, volumes are normally distributed with a standard </a:t>
            </a:r>
            <a:r>
              <a:rPr lang="en-GB" sz="1800" b="0" i="0" u="none" strike="noStrike" baseline="0" dirty="0" err="1">
                <a:latin typeface="CMR12"/>
              </a:rPr>
              <a:t>deviationof</a:t>
            </a:r>
            <a:r>
              <a:rPr lang="en-GB" sz="1800" b="0" i="0" u="none" strike="noStrike" baseline="0" dirty="0">
                <a:latin typeface="CMR12"/>
              </a:rPr>
              <a:t> 3 ml.</a:t>
            </a:r>
            <a:endParaRPr lang="en-GB" sz="1600" b="1" dirty="0"/>
          </a:p>
        </p:txBody>
      </p:sp>
      <mc:AlternateContent xmlns:mc="http://schemas.openxmlformats.org/markup-compatibility/2006" xmlns:a14="http://schemas.microsoft.com/office/drawing/2010/main">
        <mc:Choice Requires="a14">
          <p:sp>
            <p:nvSpPr>
              <p:cNvPr id="5" name="Szövegdoboz 4">
                <a:extLst>
                  <a:ext uri="{FF2B5EF4-FFF2-40B4-BE49-F238E27FC236}">
                    <a16:creationId xmlns:a16="http://schemas.microsoft.com/office/drawing/2014/main" id="{1202D294-6C24-4C2A-BE82-5F1BD690B7E7}"/>
                  </a:ext>
                </a:extLst>
              </p:cNvPr>
              <p:cNvSpPr txBox="1"/>
              <p:nvPr/>
            </p:nvSpPr>
            <p:spPr>
              <a:xfrm>
                <a:off x="94859" y="3391700"/>
                <a:ext cx="2596583"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hu-HU" sz="1500" i="1" dirty="0">
                          <a:latin typeface="Cambria Math" panose="02040503050406030204" pitchFamily="18" charset="0"/>
                        </a:rPr>
                        <m:t>𝑧</m:t>
                      </m:r>
                      <m:r>
                        <a:rPr lang="hu-HU" sz="1500" i="1" dirty="0">
                          <a:latin typeface="Cambria Math" panose="02040503050406030204" pitchFamily="18" charset="0"/>
                        </a:rPr>
                        <m:t>−</m:t>
                      </m:r>
                      <m:r>
                        <a:rPr lang="hu-HU" sz="1600" i="1" dirty="0">
                          <a:latin typeface="Cambria Math" panose="02040503050406030204" pitchFamily="18" charset="0"/>
                        </a:rPr>
                        <m:t>𝑡𝑒𝑠𝑡</m:t>
                      </m:r>
                      <m:r>
                        <a:rPr lang="hu-HU" sz="1600" i="1" dirty="0">
                          <a:latin typeface="Cambria Math" panose="02040503050406030204" pitchFamily="18" charset="0"/>
                        </a:rPr>
                        <m:t>, </m:t>
                      </m:r>
                      <m:r>
                        <a:rPr lang="hu-HU" sz="1600" i="1" dirty="0">
                          <a:latin typeface="Cambria Math" panose="02040503050406030204" pitchFamily="18" charset="0"/>
                        </a:rPr>
                        <m:t>𝑠𝑖𝑛𝑐𝑒</m:t>
                      </m:r>
                      <m:r>
                        <a:rPr lang="hu-HU" sz="1600" i="1" dirty="0">
                          <a:latin typeface="Cambria Math" panose="02040503050406030204" pitchFamily="18" charset="0"/>
                        </a:rPr>
                        <m:t> </m:t>
                      </m:r>
                      <m:r>
                        <a:rPr lang="hu-HU" sz="1600" i="1" dirty="0">
                          <a:latin typeface="Cambria Math" panose="02040503050406030204" pitchFamily="18" charset="0"/>
                        </a:rPr>
                        <m:t>𝜎</m:t>
                      </m:r>
                      <m:r>
                        <a:rPr lang="hu-HU" sz="1600" i="1" dirty="0">
                          <a:latin typeface="Cambria Math" panose="02040503050406030204" pitchFamily="18" charset="0"/>
                        </a:rPr>
                        <m:t> </m:t>
                      </m:r>
                      <m:r>
                        <a:rPr lang="hu-HU" sz="1600" i="1" dirty="0">
                          <a:latin typeface="Cambria Math" panose="02040503050406030204" pitchFamily="18" charset="0"/>
                        </a:rPr>
                        <m:t>𝑖𝑠</m:t>
                      </m:r>
                      <m:r>
                        <a:rPr lang="hu-HU" sz="1600" i="1" dirty="0">
                          <a:latin typeface="Cambria Math" panose="02040503050406030204" pitchFamily="18" charset="0"/>
                        </a:rPr>
                        <m:t> </m:t>
                      </m:r>
                      <m:r>
                        <a:rPr lang="hu-HU" sz="1600" i="1" dirty="0">
                          <a:latin typeface="Cambria Math" panose="02040503050406030204" pitchFamily="18" charset="0"/>
                        </a:rPr>
                        <m:t>𝑔𝑖𝑣𝑒𝑛</m:t>
                      </m:r>
                    </m:oMath>
                  </m:oMathPara>
                </a14:m>
                <a:endParaRPr lang="hu-HU" sz="1500" dirty="0"/>
              </a:p>
            </p:txBody>
          </p:sp>
        </mc:Choice>
        <mc:Fallback xmlns="">
          <p:sp>
            <p:nvSpPr>
              <p:cNvPr id="5" name="Szövegdoboz 4">
                <a:extLst>
                  <a:ext uri="{FF2B5EF4-FFF2-40B4-BE49-F238E27FC236}">
                    <a16:creationId xmlns:a16="http://schemas.microsoft.com/office/drawing/2014/main" id="{1202D294-6C24-4C2A-BE82-5F1BD690B7E7}"/>
                  </a:ext>
                </a:extLst>
              </p:cNvPr>
              <p:cNvSpPr txBox="1">
                <a:spLocks noRot="1" noChangeAspect="1" noMove="1" noResize="1" noEditPoints="1" noAdjustHandles="1" noChangeArrowheads="1" noChangeShapeType="1" noTextEdit="1"/>
              </p:cNvSpPr>
              <p:nvPr/>
            </p:nvSpPr>
            <p:spPr>
              <a:xfrm>
                <a:off x="94859" y="3391700"/>
                <a:ext cx="2596583" cy="338554"/>
              </a:xfrm>
              <a:prstGeom prst="rect">
                <a:avLst/>
              </a:prstGeom>
              <a:blipFill>
                <a:blip r:embed="rId2"/>
                <a:stretch>
                  <a:fillRect b="-10714"/>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7" name="Szövegdoboz 6">
                <a:extLst>
                  <a:ext uri="{FF2B5EF4-FFF2-40B4-BE49-F238E27FC236}">
                    <a16:creationId xmlns:a16="http://schemas.microsoft.com/office/drawing/2014/main" id="{D16B2C27-59CB-4D33-8455-22F9880DD467}"/>
                  </a:ext>
                </a:extLst>
              </p:cNvPr>
              <p:cNvSpPr txBox="1"/>
              <p:nvPr/>
            </p:nvSpPr>
            <p:spPr>
              <a:xfrm>
                <a:off x="82620" y="4068875"/>
                <a:ext cx="711556" cy="3231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hu-HU" sz="1500" i="1" dirty="0">
                          <a:latin typeface="Cambria Math" panose="02040503050406030204" pitchFamily="18" charset="0"/>
                        </a:rPr>
                        <m:t>𝜎</m:t>
                      </m:r>
                      <m:r>
                        <a:rPr lang="hu-HU" sz="1500" i="1" dirty="0">
                          <a:latin typeface="Cambria Math" panose="02040503050406030204" pitchFamily="18" charset="0"/>
                        </a:rPr>
                        <m:t>=3</m:t>
                      </m:r>
                    </m:oMath>
                  </m:oMathPara>
                </a14:m>
                <a:endParaRPr lang="hu-HU" sz="1500" dirty="0"/>
              </a:p>
            </p:txBody>
          </p:sp>
        </mc:Choice>
        <mc:Fallback xmlns="">
          <p:sp>
            <p:nvSpPr>
              <p:cNvPr id="7" name="Szövegdoboz 6">
                <a:extLst>
                  <a:ext uri="{FF2B5EF4-FFF2-40B4-BE49-F238E27FC236}">
                    <a16:creationId xmlns:a16="http://schemas.microsoft.com/office/drawing/2014/main" id="{D16B2C27-59CB-4D33-8455-22F9880DD467}"/>
                  </a:ext>
                </a:extLst>
              </p:cNvPr>
              <p:cNvSpPr txBox="1">
                <a:spLocks noRot="1" noChangeAspect="1" noMove="1" noResize="1" noEditPoints="1" noAdjustHandles="1" noChangeArrowheads="1" noChangeShapeType="1" noTextEdit="1"/>
              </p:cNvSpPr>
              <p:nvPr/>
            </p:nvSpPr>
            <p:spPr>
              <a:xfrm>
                <a:off x="82620" y="4068875"/>
                <a:ext cx="711556" cy="323165"/>
              </a:xfrm>
              <a:prstGeom prst="rect">
                <a:avLst/>
              </a:prstGeom>
              <a:blipFill>
                <a:blip r:embed="rId3"/>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8" name="Szövegdoboz 7">
                <a:extLst>
                  <a:ext uri="{FF2B5EF4-FFF2-40B4-BE49-F238E27FC236}">
                    <a16:creationId xmlns:a16="http://schemas.microsoft.com/office/drawing/2014/main" id="{7018F8D2-E501-4F20-A5FD-952F2FE3957E}"/>
                  </a:ext>
                </a:extLst>
              </p:cNvPr>
              <p:cNvSpPr txBox="1"/>
              <p:nvPr/>
            </p:nvSpPr>
            <p:spPr>
              <a:xfrm>
                <a:off x="94860" y="4629180"/>
                <a:ext cx="2225413" cy="5187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hu-HU" sz="1500" i="1" dirty="0">
                          <a:latin typeface="Cambria Math" panose="02040503050406030204" pitchFamily="18" charset="0"/>
                        </a:rPr>
                        <m:t>𝑧</m:t>
                      </m:r>
                      <m:r>
                        <a:rPr lang="hu-HU" sz="1500" i="1" dirty="0">
                          <a:latin typeface="Cambria Math" panose="02040503050406030204" pitchFamily="18" charset="0"/>
                        </a:rPr>
                        <m:t>=</m:t>
                      </m:r>
                      <m:f>
                        <m:fPr>
                          <m:ctrlPr>
                            <a:rPr lang="hu-HU" sz="1500" i="1" dirty="0">
                              <a:latin typeface="Cambria Math" panose="02040503050406030204" pitchFamily="18" charset="0"/>
                            </a:rPr>
                          </m:ctrlPr>
                        </m:fPr>
                        <m:num>
                          <m:acc>
                            <m:accPr>
                              <m:chr m:val="̅"/>
                              <m:ctrlPr>
                                <a:rPr lang="hu-HU" sz="1500" i="1" dirty="0">
                                  <a:latin typeface="Cambria Math" panose="02040503050406030204" pitchFamily="18" charset="0"/>
                                </a:rPr>
                              </m:ctrlPr>
                            </m:accPr>
                            <m:e>
                              <m:r>
                                <a:rPr lang="hu-HU" sz="1500" i="1" dirty="0">
                                  <a:latin typeface="Cambria Math" panose="02040503050406030204" pitchFamily="18" charset="0"/>
                                </a:rPr>
                                <m:t>𝑥</m:t>
                              </m:r>
                            </m:e>
                          </m:acc>
                          <m:r>
                            <a:rPr lang="hu-HU" sz="1500" i="1" dirty="0">
                              <a:latin typeface="Cambria Math" panose="02040503050406030204" pitchFamily="18" charset="0"/>
                            </a:rPr>
                            <m:t>−</m:t>
                          </m:r>
                          <m:sSub>
                            <m:sSubPr>
                              <m:ctrlPr>
                                <a:rPr lang="hu-HU" sz="1500" i="1" dirty="0">
                                  <a:latin typeface="Cambria Math" panose="02040503050406030204" pitchFamily="18" charset="0"/>
                                </a:rPr>
                              </m:ctrlPr>
                            </m:sSubPr>
                            <m:e>
                              <m:r>
                                <a:rPr lang="hu-HU" sz="1500" i="1" dirty="0">
                                  <a:latin typeface="Cambria Math" panose="02040503050406030204" pitchFamily="18" charset="0"/>
                                </a:rPr>
                                <m:t>𝑚</m:t>
                              </m:r>
                            </m:e>
                            <m:sub>
                              <m:r>
                                <a:rPr lang="hu-HU" sz="1500" i="1" dirty="0">
                                  <a:latin typeface="Cambria Math" panose="02040503050406030204" pitchFamily="18" charset="0"/>
                                </a:rPr>
                                <m:t>0</m:t>
                              </m:r>
                            </m:sub>
                          </m:sSub>
                        </m:num>
                        <m:den>
                          <m:r>
                            <a:rPr lang="hu-HU" sz="1500" i="1" dirty="0">
                              <a:latin typeface="Cambria Math" panose="02040503050406030204" pitchFamily="18" charset="0"/>
                            </a:rPr>
                            <m:t>𝜎</m:t>
                          </m:r>
                        </m:den>
                      </m:f>
                      <m:rad>
                        <m:radPr>
                          <m:degHide m:val="on"/>
                          <m:ctrlPr>
                            <a:rPr lang="hu-HU" sz="1500" i="1" dirty="0">
                              <a:latin typeface="Cambria Math" panose="02040503050406030204" pitchFamily="18" charset="0"/>
                            </a:rPr>
                          </m:ctrlPr>
                        </m:radPr>
                        <m:deg/>
                        <m:e>
                          <m:r>
                            <a:rPr lang="hu-HU" sz="1500" i="1" dirty="0">
                              <a:latin typeface="Cambria Math" panose="02040503050406030204" pitchFamily="18" charset="0"/>
                            </a:rPr>
                            <m:t>𝑛</m:t>
                          </m:r>
                        </m:e>
                      </m:rad>
                      <m:r>
                        <a:rPr lang="hu-HU" sz="1500" i="1" dirty="0">
                          <a:latin typeface="Cambria Math" panose="02040503050406030204" pitchFamily="18" charset="0"/>
                        </a:rPr>
                        <m:t>~</m:t>
                      </m:r>
                      <m:r>
                        <a:rPr lang="hu-HU" sz="1500" i="1" dirty="0">
                          <a:latin typeface="Cambria Math" panose="02040503050406030204" pitchFamily="18" charset="0"/>
                          <a:ea typeface="Cambria Math" panose="02040503050406030204" pitchFamily="18" charset="0"/>
                        </a:rPr>
                        <m:t>𝒩</m:t>
                      </m:r>
                      <m:d>
                        <m:dPr>
                          <m:ctrlPr>
                            <a:rPr lang="hu-HU" sz="1500" i="1" dirty="0">
                              <a:latin typeface="Cambria Math" panose="02040503050406030204" pitchFamily="18" charset="0"/>
                              <a:ea typeface="Cambria Math" panose="02040503050406030204" pitchFamily="18" charset="0"/>
                            </a:rPr>
                          </m:ctrlPr>
                        </m:dPr>
                        <m:e>
                          <m:r>
                            <a:rPr lang="hu-HU" sz="1500" i="1" dirty="0">
                              <a:latin typeface="Cambria Math" panose="02040503050406030204" pitchFamily="18" charset="0"/>
                              <a:ea typeface="Cambria Math" panose="02040503050406030204" pitchFamily="18" charset="0"/>
                            </a:rPr>
                            <m:t>0,1</m:t>
                          </m:r>
                        </m:e>
                      </m:d>
                    </m:oMath>
                  </m:oMathPara>
                </a14:m>
                <a:endParaRPr lang="hu-HU" sz="1500" dirty="0"/>
              </a:p>
            </p:txBody>
          </p:sp>
        </mc:Choice>
        <mc:Fallback xmlns="">
          <p:sp>
            <p:nvSpPr>
              <p:cNvPr id="8" name="Szövegdoboz 7">
                <a:extLst>
                  <a:ext uri="{FF2B5EF4-FFF2-40B4-BE49-F238E27FC236}">
                    <a16:creationId xmlns:a16="http://schemas.microsoft.com/office/drawing/2014/main" id="{7018F8D2-E501-4F20-A5FD-952F2FE3957E}"/>
                  </a:ext>
                </a:extLst>
              </p:cNvPr>
              <p:cNvSpPr txBox="1">
                <a:spLocks noRot="1" noChangeAspect="1" noMove="1" noResize="1" noEditPoints="1" noAdjustHandles="1" noChangeArrowheads="1" noChangeShapeType="1" noTextEdit="1"/>
              </p:cNvSpPr>
              <p:nvPr/>
            </p:nvSpPr>
            <p:spPr>
              <a:xfrm>
                <a:off x="94860" y="4629180"/>
                <a:ext cx="2225413" cy="518732"/>
              </a:xfrm>
              <a:prstGeom prst="rect">
                <a:avLst/>
              </a:prstGeom>
              <a:blipFill>
                <a:blip r:embed="rId4"/>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9" name="Szövegdoboz 8">
                <a:extLst>
                  <a:ext uri="{FF2B5EF4-FFF2-40B4-BE49-F238E27FC236}">
                    <a16:creationId xmlns:a16="http://schemas.microsoft.com/office/drawing/2014/main" id="{2CDEA5D8-9084-4179-A43D-0DF94B94302E}"/>
                  </a:ext>
                </a:extLst>
              </p:cNvPr>
              <p:cNvSpPr txBox="1"/>
              <p:nvPr/>
            </p:nvSpPr>
            <p:spPr>
              <a:xfrm>
                <a:off x="205330" y="5292263"/>
                <a:ext cx="166417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hu-HU" sz="1500" i="1">
                              <a:latin typeface="Cambria Math" panose="02040503050406030204" pitchFamily="18" charset="0"/>
                            </a:rPr>
                          </m:ctrlPr>
                        </m:sSubPr>
                        <m:e>
                          <m:r>
                            <a:rPr lang="hu-HU" sz="1500" i="1">
                              <a:latin typeface="Cambria Math" panose="02040503050406030204" pitchFamily="18" charset="0"/>
                            </a:rPr>
                            <m:t>𝐻</m:t>
                          </m:r>
                        </m:e>
                        <m:sub>
                          <m:r>
                            <a:rPr lang="hu-HU" sz="1500" i="1">
                              <a:latin typeface="Cambria Math" panose="02040503050406030204" pitchFamily="18" charset="0"/>
                            </a:rPr>
                            <m:t>0</m:t>
                          </m:r>
                        </m:sub>
                      </m:sSub>
                      <m:r>
                        <a:rPr lang="hu-HU" sz="1500" i="1">
                          <a:latin typeface="Cambria Math" panose="02040503050406030204" pitchFamily="18" charset="0"/>
                        </a:rPr>
                        <m:t>:</m:t>
                      </m:r>
                      <m:r>
                        <a:rPr lang="hu-HU" sz="1500" i="1">
                          <a:latin typeface="Cambria Math" panose="02040503050406030204" pitchFamily="18" charset="0"/>
                        </a:rPr>
                        <m:t>𝔼</m:t>
                      </m:r>
                      <m:r>
                        <a:rPr lang="hu-HU" sz="1500" i="1">
                          <a:latin typeface="Cambria Math" panose="02040503050406030204" pitchFamily="18" charset="0"/>
                        </a:rPr>
                        <m:t>𝑋</m:t>
                      </m:r>
                      <m:r>
                        <a:rPr lang="hu-HU" sz="1500" i="1">
                          <a:latin typeface="Cambria Math" panose="02040503050406030204" pitchFamily="18" charset="0"/>
                        </a:rPr>
                        <m:t>=500=</m:t>
                      </m:r>
                      <m:sSub>
                        <m:sSubPr>
                          <m:ctrlPr>
                            <a:rPr lang="hu-HU" sz="1500" i="1">
                              <a:latin typeface="Cambria Math" panose="02040503050406030204" pitchFamily="18" charset="0"/>
                            </a:rPr>
                          </m:ctrlPr>
                        </m:sSubPr>
                        <m:e>
                          <m:r>
                            <a:rPr lang="hu-HU" sz="1500" i="1">
                              <a:latin typeface="Cambria Math" panose="02040503050406030204" pitchFamily="18" charset="0"/>
                            </a:rPr>
                            <m:t>𝑚</m:t>
                          </m:r>
                        </m:e>
                        <m:sub>
                          <m:r>
                            <a:rPr lang="hu-HU" sz="1500" i="1">
                              <a:latin typeface="Cambria Math" panose="02040503050406030204" pitchFamily="18" charset="0"/>
                            </a:rPr>
                            <m:t>0</m:t>
                          </m:r>
                        </m:sub>
                      </m:sSub>
                    </m:oMath>
                    <m:oMath xmlns:m="http://schemas.openxmlformats.org/officeDocument/2006/math">
                      <m:sSub>
                        <m:sSubPr>
                          <m:ctrlPr>
                            <a:rPr lang="hu-HU" sz="1500" i="1">
                              <a:latin typeface="Cambria Math" panose="02040503050406030204" pitchFamily="18" charset="0"/>
                            </a:rPr>
                          </m:ctrlPr>
                        </m:sSubPr>
                        <m:e>
                          <m:r>
                            <a:rPr lang="hu-HU" sz="1500" i="1">
                              <a:latin typeface="Cambria Math" panose="02040503050406030204" pitchFamily="18" charset="0"/>
                            </a:rPr>
                            <m:t>𝐻</m:t>
                          </m:r>
                        </m:e>
                        <m:sub>
                          <m:r>
                            <a:rPr lang="hu-HU" sz="1500" i="1">
                              <a:latin typeface="Cambria Math" panose="02040503050406030204" pitchFamily="18" charset="0"/>
                            </a:rPr>
                            <m:t>1</m:t>
                          </m:r>
                        </m:sub>
                      </m:sSub>
                      <m:r>
                        <a:rPr lang="hu-HU" sz="1500" i="1">
                          <a:latin typeface="Cambria Math" panose="02040503050406030204" pitchFamily="18" charset="0"/>
                        </a:rPr>
                        <m:t>:</m:t>
                      </m:r>
                      <m:r>
                        <a:rPr lang="hu-HU" sz="1500" i="1">
                          <a:latin typeface="Cambria Math" panose="02040503050406030204" pitchFamily="18" charset="0"/>
                        </a:rPr>
                        <m:t>𝔼</m:t>
                      </m:r>
                      <m:r>
                        <a:rPr lang="hu-HU" sz="1500" i="1">
                          <a:latin typeface="Cambria Math" panose="02040503050406030204" pitchFamily="18" charset="0"/>
                        </a:rPr>
                        <m:t>𝑋</m:t>
                      </m:r>
                      <m:r>
                        <a:rPr lang="hu-HU" sz="1500" i="1">
                          <a:latin typeface="Cambria Math" panose="02040503050406030204" pitchFamily="18" charset="0"/>
                        </a:rPr>
                        <m:t>≠500</m:t>
                      </m:r>
                    </m:oMath>
                  </m:oMathPara>
                </a14:m>
                <a:endParaRPr lang="hu-HU" sz="1500" dirty="0"/>
              </a:p>
            </p:txBody>
          </p:sp>
        </mc:Choice>
        <mc:Fallback xmlns="">
          <p:sp>
            <p:nvSpPr>
              <p:cNvPr id="9" name="Szövegdoboz 8">
                <a:extLst>
                  <a:ext uri="{FF2B5EF4-FFF2-40B4-BE49-F238E27FC236}">
                    <a16:creationId xmlns:a16="http://schemas.microsoft.com/office/drawing/2014/main" id="{2CDEA5D8-9084-4179-A43D-0DF94B94302E}"/>
                  </a:ext>
                </a:extLst>
              </p:cNvPr>
              <p:cNvSpPr txBox="1">
                <a:spLocks noRot="1" noChangeAspect="1" noMove="1" noResize="1" noEditPoints="1" noAdjustHandles="1" noChangeArrowheads="1" noChangeShapeType="1" noTextEdit="1"/>
              </p:cNvSpPr>
              <p:nvPr/>
            </p:nvSpPr>
            <p:spPr>
              <a:xfrm>
                <a:off x="205330" y="5292263"/>
                <a:ext cx="1664174" cy="461665"/>
              </a:xfrm>
              <a:prstGeom prst="rect">
                <a:avLst/>
              </a:prstGeom>
              <a:blipFill>
                <a:blip r:embed="rId5"/>
                <a:stretch>
                  <a:fillRect l="-2198" r="-366" b="-7895"/>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0" name="Szövegdoboz 9">
                <a:extLst>
                  <a:ext uri="{FF2B5EF4-FFF2-40B4-BE49-F238E27FC236}">
                    <a16:creationId xmlns:a16="http://schemas.microsoft.com/office/drawing/2014/main" id="{7B7D7CDA-38DE-4B49-97E7-3D74B278A36F}"/>
                  </a:ext>
                </a:extLst>
              </p:cNvPr>
              <p:cNvSpPr txBox="1"/>
              <p:nvPr/>
            </p:nvSpPr>
            <p:spPr>
              <a:xfrm>
                <a:off x="82620" y="5933844"/>
                <a:ext cx="2775083" cy="5306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hu-HU" sz="1500" i="1" dirty="0">
                          <a:latin typeface="Cambria Math" panose="02040503050406030204" pitchFamily="18" charset="0"/>
                        </a:rPr>
                        <m:t>𝑧</m:t>
                      </m:r>
                      <m:r>
                        <a:rPr lang="hu-HU" sz="1500" i="1" dirty="0">
                          <a:latin typeface="Cambria Math" panose="02040503050406030204" pitchFamily="18" charset="0"/>
                        </a:rPr>
                        <m:t>=</m:t>
                      </m:r>
                      <m:f>
                        <m:fPr>
                          <m:ctrlPr>
                            <a:rPr lang="hu-HU" sz="1500" i="1" dirty="0">
                              <a:latin typeface="Cambria Math" panose="02040503050406030204" pitchFamily="18" charset="0"/>
                            </a:rPr>
                          </m:ctrlPr>
                        </m:fPr>
                        <m:num>
                          <m:r>
                            <a:rPr lang="hu-HU" sz="1500" i="1" dirty="0">
                              <a:latin typeface="Cambria Math" panose="02040503050406030204" pitchFamily="18" charset="0"/>
                            </a:rPr>
                            <m:t>500.7−500</m:t>
                          </m:r>
                        </m:num>
                        <m:den>
                          <m:r>
                            <a:rPr lang="hu-HU" sz="1500" i="1" dirty="0">
                              <a:latin typeface="Cambria Math" panose="02040503050406030204" pitchFamily="18" charset="0"/>
                            </a:rPr>
                            <m:t>3</m:t>
                          </m:r>
                        </m:den>
                      </m:f>
                      <m:rad>
                        <m:radPr>
                          <m:degHide m:val="on"/>
                          <m:ctrlPr>
                            <a:rPr lang="hu-HU" sz="1500" i="1" dirty="0">
                              <a:latin typeface="Cambria Math" panose="02040503050406030204" pitchFamily="18" charset="0"/>
                            </a:rPr>
                          </m:ctrlPr>
                        </m:radPr>
                        <m:deg/>
                        <m:e>
                          <m:r>
                            <a:rPr lang="hu-HU" sz="1500" i="1" dirty="0">
                              <a:latin typeface="Cambria Math" panose="02040503050406030204" pitchFamily="18" charset="0"/>
                            </a:rPr>
                            <m:t>10</m:t>
                          </m:r>
                        </m:e>
                      </m:rad>
                      <m:r>
                        <a:rPr lang="hu-HU" sz="1500" i="1" dirty="0">
                          <a:latin typeface="Cambria Math" panose="02040503050406030204" pitchFamily="18" charset="0"/>
                          <a:ea typeface="Cambria Math" panose="02040503050406030204" pitchFamily="18" charset="0"/>
                        </a:rPr>
                        <m:t>≈0.7379</m:t>
                      </m:r>
                    </m:oMath>
                  </m:oMathPara>
                </a14:m>
                <a:endParaRPr lang="hu-HU" sz="1500" dirty="0"/>
              </a:p>
            </p:txBody>
          </p:sp>
        </mc:Choice>
        <mc:Fallback xmlns="">
          <p:sp>
            <p:nvSpPr>
              <p:cNvPr id="10" name="Szövegdoboz 9">
                <a:extLst>
                  <a:ext uri="{FF2B5EF4-FFF2-40B4-BE49-F238E27FC236}">
                    <a16:creationId xmlns:a16="http://schemas.microsoft.com/office/drawing/2014/main" id="{7B7D7CDA-38DE-4B49-97E7-3D74B278A36F}"/>
                  </a:ext>
                </a:extLst>
              </p:cNvPr>
              <p:cNvSpPr txBox="1">
                <a:spLocks noRot="1" noChangeAspect="1" noMove="1" noResize="1" noEditPoints="1" noAdjustHandles="1" noChangeArrowheads="1" noChangeShapeType="1" noTextEdit="1"/>
              </p:cNvSpPr>
              <p:nvPr/>
            </p:nvSpPr>
            <p:spPr>
              <a:xfrm>
                <a:off x="82620" y="5933844"/>
                <a:ext cx="2775083" cy="530658"/>
              </a:xfrm>
              <a:prstGeom prst="rect">
                <a:avLst/>
              </a:prstGeom>
              <a:blipFill>
                <a:blip r:embed="rId6"/>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2" name="Szövegdoboz 11">
                <a:extLst>
                  <a:ext uri="{FF2B5EF4-FFF2-40B4-BE49-F238E27FC236}">
                    <a16:creationId xmlns:a16="http://schemas.microsoft.com/office/drawing/2014/main" id="{32D1133A-F1C9-4A51-A89C-35679C7CD122}"/>
                  </a:ext>
                </a:extLst>
              </p:cNvPr>
              <p:cNvSpPr txBox="1"/>
              <p:nvPr/>
            </p:nvSpPr>
            <p:spPr>
              <a:xfrm>
                <a:off x="794176" y="4050977"/>
                <a:ext cx="1327922" cy="3231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hu-HU" sz="1500" i="1" dirty="0">
                              <a:latin typeface="Cambria Math" panose="02040503050406030204" pitchFamily="18" charset="0"/>
                            </a:rPr>
                          </m:ctrlPr>
                        </m:accPr>
                        <m:e>
                          <m:r>
                            <a:rPr lang="hu-HU" sz="1500" i="1" dirty="0">
                              <a:latin typeface="Cambria Math" panose="02040503050406030204" pitchFamily="18" charset="0"/>
                            </a:rPr>
                            <m:t>𝑥</m:t>
                          </m:r>
                        </m:e>
                      </m:acc>
                      <m:r>
                        <a:rPr lang="hu-HU" sz="1500" i="1" dirty="0">
                          <a:latin typeface="Cambria Math" panose="02040503050406030204" pitchFamily="18" charset="0"/>
                        </a:rPr>
                        <m:t>=500.7</m:t>
                      </m:r>
                    </m:oMath>
                  </m:oMathPara>
                </a14:m>
                <a:endParaRPr lang="hu-HU" sz="1500" dirty="0"/>
              </a:p>
            </p:txBody>
          </p:sp>
        </mc:Choice>
        <mc:Fallback xmlns="">
          <p:sp>
            <p:nvSpPr>
              <p:cNvPr id="12" name="Szövegdoboz 11">
                <a:extLst>
                  <a:ext uri="{FF2B5EF4-FFF2-40B4-BE49-F238E27FC236}">
                    <a16:creationId xmlns:a16="http://schemas.microsoft.com/office/drawing/2014/main" id="{32D1133A-F1C9-4A51-A89C-35679C7CD122}"/>
                  </a:ext>
                </a:extLst>
              </p:cNvPr>
              <p:cNvSpPr txBox="1">
                <a:spLocks noRot="1" noChangeAspect="1" noMove="1" noResize="1" noEditPoints="1" noAdjustHandles="1" noChangeArrowheads="1" noChangeShapeType="1" noTextEdit="1"/>
              </p:cNvSpPr>
              <p:nvPr/>
            </p:nvSpPr>
            <p:spPr>
              <a:xfrm>
                <a:off x="794176" y="4050977"/>
                <a:ext cx="1327922" cy="323165"/>
              </a:xfrm>
              <a:prstGeom prst="rect">
                <a:avLst/>
              </a:prstGeom>
              <a:blipFill>
                <a:blip r:embed="rId7"/>
                <a:stretch>
                  <a:fillRect/>
                </a:stretch>
              </a:blipFill>
            </p:spPr>
            <p:txBody>
              <a:bodyPr/>
              <a:lstStyle/>
              <a:p>
                <a:r>
                  <a:rPr lang="hu-HU">
                    <a:noFill/>
                  </a:rPr>
                  <a:t> </a:t>
                </a:r>
              </a:p>
            </p:txBody>
          </p:sp>
        </mc:Fallback>
      </mc:AlternateContent>
      <mc:AlternateContent xmlns:mc="http://schemas.openxmlformats.org/markup-compatibility/2006">
        <mc:Choice xmlns:a14="http://schemas.microsoft.com/office/drawing/2010/main" Requires="a14">
          <p:sp>
            <p:nvSpPr>
              <p:cNvPr id="13" name="Szövegdoboz 12">
                <a:extLst>
                  <a:ext uri="{FF2B5EF4-FFF2-40B4-BE49-F238E27FC236}">
                    <a16:creationId xmlns:a16="http://schemas.microsoft.com/office/drawing/2014/main" id="{C593D500-9DB8-4AB1-8441-E2DB4D83CB84}"/>
                  </a:ext>
                </a:extLst>
              </p:cNvPr>
              <p:cNvSpPr txBox="1"/>
              <p:nvPr/>
            </p:nvSpPr>
            <p:spPr>
              <a:xfrm>
                <a:off x="3888460" y="3703506"/>
                <a:ext cx="211468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sz="1600" i="1">
                          <a:latin typeface="Cambria Math" panose="02040503050406030204" pitchFamily="18" charset="0"/>
                        </a:rPr>
                        <m:t>𝑆𝑖𝑔𝑛𝑖𝑓𝑖𝑐𝑎𝑛𝑐𝑒</m:t>
                      </m:r>
                      <m:r>
                        <a:rPr lang="hu-HU" sz="1600" i="1">
                          <a:latin typeface="Cambria Math" panose="02040503050406030204" pitchFamily="18" charset="0"/>
                        </a:rPr>
                        <m:t> </m:t>
                      </m:r>
                      <m:r>
                        <a:rPr lang="hu-HU" sz="1600" i="1">
                          <a:latin typeface="Cambria Math" panose="02040503050406030204" pitchFamily="18" charset="0"/>
                        </a:rPr>
                        <m:t>𝑙𝑒𝑣𝑒𝑙</m:t>
                      </m:r>
                      <m:r>
                        <a:rPr lang="hu-HU" sz="1600" i="1">
                          <a:latin typeface="Cambria Math" panose="02040503050406030204" pitchFamily="18" charset="0"/>
                        </a:rPr>
                        <m:t>:5%</m:t>
                      </m:r>
                    </m:oMath>
                  </m:oMathPara>
                </a14:m>
                <a:endParaRPr lang="hu-HU" sz="1600" dirty="0"/>
              </a:p>
            </p:txBody>
          </p:sp>
        </mc:Choice>
        <mc:Fallback>
          <p:sp>
            <p:nvSpPr>
              <p:cNvPr id="13" name="Szövegdoboz 12">
                <a:extLst>
                  <a:ext uri="{FF2B5EF4-FFF2-40B4-BE49-F238E27FC236}">
                    <a16:creationId xmlns:a16="http://schemas.microsoft.com/office/drawing/2014/main" id="{C593D500-9DB8-4AB1-8441-E2DB4D83CB84}"/>
                  </a:ext>
                </a:extLst>
              </p:cNvPr>
              <p:cNvSpPr txBox="1">
                <a:spLocks noRot="1" noChangeAspect="1" noMove="1" noResize="1" noEditPoints="1" noAdjustHandles="1" noChangeArrowheads="1" noChangeShapeType="1" noTextEdit="1"/>
              </p:cNvSpPr>
              <p:nvPr/>
            </p:nvSpPr>
            <p:spPr>
              <a:xfrm>
                <a:off x="3888460" y="3703506"/>
                <a:ext cx="2114681" cy="246221"/>
              </a:xfrm>
              <a:prstGeom prst="rect">
                <a:avLst/>
              </a:prstGeom>
              <a:blipFill>
                <a:blip r:embed="rId8"/>
                <a:stretch>
                  <a:fillRect l="-3170" r="-2017" b="-35000"/>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4" name="Szövegdoboz 13">
                <a:extLst>
                  <a:ext uri="{FF2B5EF4-FFF2-40B4-BE49-F238E27FC236}">
                    <a16:creationId xmlns:a16="http://schemas.microsoft.com/office/drawing/2014/main" id="{E3BA873D-70C5-4DB7-9E15-5543732E3FAF}"/>
                  </a:ext>
                </a:extLst>
              </p:cNvPr>
              <p:cNvSpPr txBox="1"/>
              <p:nvPr/>
            </p:nvSpPr>
            <p:spPr>
              <a:xfrm>
                <a:off x="3941503" y="4054075"/>
                <a:ext cx="771493" cy="2308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sz="1500" i="1">
                          <a:latin typeface="Cambria Math" panose="02040503050406030204" pitchFamily="18" charset="0"/>
                        </a:rPr>
                        <m:t>𝛼</m:t>
                      </m:r>
                      <m:r>
                        <a:rPr lang="hu-HU" sz="1500" i="1">
                          <a:latin typeface="Cambria Math" panose="02040503050406030204" pitchFamily="18" charset="0"/>
                        </a:rPr>
                        <m:t>=0.05</m:t>
                      </m:r>
                    </m:oMath>
                  </m:oMathPara>
                </a14:m>
                <a:endParaRPr lang="hu-HU" sz="1500" dirty="0"/>
              </a:p>
            </p:txBody>
          </p:sp>
        </mc:Choice>
        <mc:Fallback xmlns="">
          <p:sp>
            <p:nvSpPr>
              <p:cNvPr id="14" name="Szövegdoboz 13">
                <a:extLst>
                  <a:ext uri="{FF2B5EF4-FFF2-40B4-BE49-F238E27FC236}">
                    <a16:creationId xmlns:a16="http://schemas.microsoft.com/office/drawing/2014/main" id="{E3BA873D-70C5-4DB7-9E15-5543732E3FAF}"/>
                  </a:ext>
                </a:extLst>
              </p:cNvPr>
              <p:cNvSpPr txBox="1">
                <a:spLocks noRot="1" noChangeAspect="1" noMove="1" noResize="1" noEditPoints="1" noAdjustHandles="1" noChangeArrowheads="1" noChangeShapeType="1" noTextEdit="1"/>
              </p:cNvSpPr>
              <p:nvPr/>
            </p:nvSpPr>
            <p:spPr>
              <a:xfrm>
                <a:off x="3941503" y="4054075"/>
                <a:ext cx="771493" cy="230832"/>
              </a:xfrm>
              <a:prstGeom prst="rect">
                <a:avLst/>
              </a:prstGeom>
              <a:blipFill>
                <a:blip r:embed="rId9"/>
                <a:stretch>
                  <a:fillRect l="-3175" r="-5556" b="-10526"/>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5" name="Szövegdoboz 14">
                <a:extLst>
                  <a:ext uri="{FF2B5EF4-FFF2-40B4-BE49-F238E27FC236}">
                    <a16:creationId xmlns:a16="http://schemas.microsoft.com/office/drawing/2014/main" id="{8096D2BB-045D-484D-A992-EC79D6810614}"/>
                  </a:ext>
                </a:extLst>
              </p:cNvPr>
              <p:cNvSpPr txBox="1"/>
              <p:nvPr/>
            </p:nvSpPr>
            <p:spPr>
              <a:xfrm>
                <a:off x="4921617" y="4022456"/>
                <a:ext cx="811569" cy="307648"/>
              </a:xfrm>
              <a:prstGeom prst="rect">
                <a:avLst/>
              </a:prstGeom>
              <a:noFill/>
            </p:spPr>
            <p:txBody>
              <a:bodyPr wrap="none" lIns="0" tIns="0" rIns="0" bIns="0" rtlCol="0">
                <a:spAutoFit/>
              </a:bodyPr>
              <a:lstStyle/>
              <a:p>
                <a14:m>
                  <m:oMath xmlns:m="http://schemas.openxmlformats.org/officeDocument/2006/math">
                    <m:f>
                      <m:fPr>
                        <m:ctrlPr>
                          <a:rPr lang="hu-HU" sz="1500" i="1">
                            <a:latin typeface="Cambria Math" panose="02040503050406030204" pitchFamily="18" charset="0"/>
                          </a:rPr>
                        </m:ctrlPr>
                      </m:fPr>
                      <m:num>
                        <m:r>
                          <a:rPr lang="hu-HU" sz="1500" i="1">
                            <a:latin typeface="Cambria Math" panose="02040503050406030204" pitchFamily="18" charset="0"/>
                          </a:rPr>
                          <m:t>𝛼</m:t>
                        </m:r>
                      </m:num>
                      <m:den>
                        <m:r>
                          <a:rPr lang="hu-HU" sz="1500" i="1">
                            <a:latin typeface="Cambria Math" panose="02040503050406030204" pitchFamily="18" charset="0"/>
                          </a:rPr>
                          <m:t>2</m:t>
                        </m:r>
                      </m:den>
                    </m:f>
                    <m:r>
                      <a:rPr lang="hu-HU" sz="1500" i="1">
                        <a:latin typeface="Cambria Math" panose="02040503050406030204" pitchFamily="18" charset="0"/>
                      </a:rPr>
                      <m:t>=0.0</m:t>
                    </m:r>
                  </m:oMath>
                </a14:m>
                <a:r>
                  <a:rPr lang="hu-HU" sz="1500" dirty="0"/>
                  <a:t>25</a:t>
                </a:r>
              </a:p>
            </p:txBody>
          </p:sp>
        </mc:Choice>
        <mc:Fallback xmlns="">
          <p:sp>
            <p:nvSpPr>
              <p:cNvPr id="15" name="Szövegdoboz 14">
                <a:extLst>
                  <a:ext uri="{FF2B5EF4-FFF2-40B4-BE49-F238E27FC236}">
                    <a16:creationId xmlns:a16="http://schemas.microsoft.com/office/drawing/2014/main" id="{8096D2BB-045D-484D-A992-EC79D6810614}"/>
                  </a:ext>
                </a:extLst>
              </p:cNvPr>
              <p:cNvSpPr txBox="1">
                <a:spLocks noRot="1" noChangeAspect="1" noMove="1" noResize="1" noEditPoints="1" noAdjustHandles="1" noChangeArrowheads="1" noChangeShapeType="1" noTextEdit="1"/>
              </p:cNvSpPr>
              <p:nvPr/>
            </p:nvSpPr>
            <p:spPr>
              <a:xfrm>
                <a:off x="4921617" y="4022456"/>
                <a:ext cx="811569" cy="307648"/>
              </a:xfrm>
              <a:prstGeom prst="rect">
                <a:avLst/>
              </a:prstGeom>
              <a:blipFill>
                <a:blip r:embed="rId10"/>
                <a:stretch>
                  <a:fillRect l="-5263" t="-12000" r="-12782" b="-20000"/>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8" name="Szövegdoboz 17">
                <a:extLst>
                  <a:ext uri="{FF2B5EF4-FFF2-40B4-BE49-F238E27FC236}">
                    <a16:creationId xmlns:a16="http://schemas.microsoft.com/office/drawing/2014/main" id="{E477BA75-CD8D-4EB3-AE17-DA44309210C5}"/>
                  </a:ext>
                </a:extLst>
              </p:cNvPr>
              <p:cNvSpPr txBox="1"/>
              <p:nvPr/>
            </p:nvSpPr>
            <p:spPr>
              <a:xfrm>
                <a:off x="7504983" y="4667558"/>
                <a:ext cx="1408251" cy="4265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hu-HU" sz="1500" i="1">
                              <a:latin typeface="Cambria Math" panose="02040503050406030204" pitchFamily="18" charset="0"/>
                            </a:rPr>
                          </m:ctrlPr>
                        </m:sSubPr>
                        <m:e>
                          <m:r>
                            <a:rPr lang="hu-HU" sz="1500" i="1">
                              <a:latin typeface="Cambria Math" panose="02040503050406030204" pitchFamily="18" charset="0"/>
                            </a:rPr>
                            <m:t>𝑧</m:t>
                          </m:r>
                        </m:e>
                        <m:sub>
                          <m:r>
                            <a:rPr lang="hu-HU" sz="1500" i="1">
                              <a:latin typeface="Cambria Math" panose="02040503050406030204" pitchFamily="18" charset="0"/>
                            </a:rPr>
                            <m:t>1−</m:t>
                          </m:r>
                          <m:f>
                            <m:fPr>
                              <m:ctrlPr>
                                <a:rPr lang="hu-HU" sz="1500" i="1">
                                  <a:latin typeface="Cambria Math" panose="02040503050406030204" pitchFamily="18" charset="0"/>
                                </a:rPr>
                              </m:ctrlPr>
                            </m:fPr>
                            <m:num>
                              <m:r>
                                <a:rPr lang="hu-HU" sz="1500" i="1">
                                  <a:latin typeface="Cambria Math" panose="02040503050406030204" pitchFamily="18" charset="0"/>
                                </a:rPr>
                                <m:t>𝛼</m:t>
                              </m:r>
                            </m:num>
                            <m:den>
                              <m:r>
                                <a:rPr lang="hu-HU" sz="1500" i="1">
                                  <a:latin typeface="Cambria Math" panose="02040503050406030204" pitchFamily="18" charset="0"/>
                                </a:rPr>
                                <m:t>2</m:t>
                              </m:r>
                            </m:den>
                          </m:f>
                        </m:sub>
                      </m:sSub>
                      <m:r>
                        <a:rPr lang="hu-HU" sz="1500" i="1">
                          <a:latin typeface="Cambria Math" panose="02040503050406030204" pitchFamily="18" charset="0"/>
                        </a:rPr>
                        <m:t>=1.96</m:t>
                      </m:r>
                    </m:oMath>
                  </m:oMathPara>
                </a14:m>
                <a:endParaRPr lang="hu-HU" sz="1500" dirty="0"/>
              </a:p>
            </p:txBody>
          </p:sp>
        </mc:Choice>
        <mc:Fallback xmlns="">
          <p:sp>
            <p:nvSpPr>
              <p:cNvPr id="18" name="Szövegdoboz 17">
                <a:extLst>
                  <a:ext uri="{FF2B5EF4-FFF2-40B4-BE49-F238E27FC236}">
                    <a16:creationId xmlns:a16="http://schemas.microsoft.com/office/drawing/2014/main" id="{E477BA75-CD8D-4EB3-AE17-DA44309210C5}"/>
                  </a:ext>
                </a:extLst>
              </p:cNvPr>
              <p:cNvSpPr txBox="1">
                <a:spLocks noRot="1" noChangeAspect="1" noMove="1" noResize="1" noEditPoints="1" noAdjustHandles="1" noChangeArrowheads="1" noChangeShapeType="1" noTextEdit="1"/>
              </p:cNvSpPr>
              <p:nvPr/>
            </p:nvSpPr>
            <p:spPr>
              <a:xfrm>
                <a:off x="7504983" y="4667558"/>
                <a:ext cx="1408251" cy="426592"/>
              </a:xfrm>
              <a:prstGeom prst="rect">
                <a:avLst/>
              </a:prstGeom>
              <a:blipFill>
                <a:blip r:embed="rId11"/>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20" name="Szövegdoboz 19">
                <a:extLst>
                  <a:ext uri="{FF2B5EF4-FFF2-40B4-BE49-F238E27FC236}">
                    <a16:creationId xmlns:a16="http://schemas.microsoft.com/office/drawing/2014/main" id="{F839A61D-0077-4DD5-BC59-24DFCFA2EDE0}"/>
                  </a:ext>
                </a:extLst>
              </p:cNvPr>
              <p:cNvSpPr txBox="1"/>
              <p:nvPr/>
            </p:nvSpPr>
            <p:spPr>
              <a:xfrm>
                <a:off x="4014033" y="5390560"/>
                <a:ext cx="4645061" cy="785215"/>
              </a:xfrm>
              <a:prstGeom prst="rect">
                <a:avLst/>
              </a:prstGeom>
              <a:noFill/>
            </p:spPr>
            <p:txBody>
              <a:bodyPr wrap="square" lIns="0" tIns="0" rIns="0" bIns="0" rtlCol="0">
                <a:spAutoFit/>
              </a:bodyPr>
              <a:lstStyle/>
              <a:p>
                <a14:m>
                  <m:oMath xmlns:m="http://schemas.openxmlformats.org/officeDocument/2006/math">
                    <m:r>
                      <a:rPr lang="hu-HU" sz="1500" i="1">
                        <a:latin typeface="Cambria Math" panose="02040503050406030204" pitchFamily="18" charset="0"/>
                      </a:rPr>
                      <m:t>|</m:t>
                    </m:r>
                    <m:r>
                      <a:rPr lang="hu-HU" sz="1500" i="1">
                        <a:latin typeface="Cambria Math" panose="02040503050406030204" pitchFamily="18" charset="0"/>
                      </a:rPr>
                      <m:t>𝑧</m:t>
                    </m:r>
                    <m:r>
                      <a:rPr lang="hu-HU" sz="1500" i="1">
                        <a:latin typeface="Cambria Math" panose="02040503050406030204" pitchFamily="18" charset="0"/>
                      </a:rPr>
                      <m:t>|&lt;</m:t>
                    </m:r>
                    <m:sSub>
                      <m:sSubPr>
                        <m:ctrlPr>
                          <a:rPr lang="hu-HU" sz="1500" i="1">
                            <a:latin typeface="Cambria Math" panose="02040503050406030204" pitchFamily="18" charset="0"/>
                          </a:rPr>
                        </m:ctrlPr>
                      </m:sSubPr>
                      <m:e>
                        <m:r>
                          <a:rPr lang="hu-HU" sz="1500" i="1">
                            <a:latin typeface="Cambria Math" panose="02040503050406030204" pitchFamily="18" charset="0"/>
                          </a:rPr>
                          <m:t>𝑧</m:t>
                        </m:r>
                      </m:e>
                      <m:sub>
                        <m:r>
                          <a:rPr lang="hu-HU" sz="1500" i="1">
                            <a:latin typeface="Cambria Math" panose="02040503050406030204" pitchFamily="18" charset="0"/>
                          </a:rPr>
                          <m:t>1−</m:t>
                        </m:r>
                        <m:f>
                          <m:fPr>
                            <m:ctrlPr>
                              <a:rPr lang="hu-HU" sz="1500" i="1">
                                <a:latin typeface="Cambria Math" panose="02040503050406030204" pitchFamily="18" charset="0"/>
                              </a:rPr>
                            </m:ctrlPr>
                          </m:fPr>
                          <m:num>
                            <m:r>
                              <a:rPr lang="hu-HU" sz="1500" i="1">
                                <a:latin typeface="Cambria Math" panose="02040503050406030204" pitchFamily="18" charset="0"/>
                              </a:rPr>
                              <m:t>𝛼</m:t>
                            </m:r>
                          </m:num>
                          <m:den>
                            <m:r>
                              <a:rPr lang="hu-HU" sz="1500" i="1">
                                <a:latin typeface="Cambria Math" panose="02040503050406030204" pitchFamily="18" charset="0"/>
                              </a:rPr>
                              <m:t>2</m:t>
                            </m:r>
                          </m:den>
                        </m:f>
                      </m:sub>
                    </m:sSub>
                    <m:r>
                      <a:rPr lang="hu-HU" sz="1500" i="1">
                        <a:latin typeface="Cambria Math" panose="02040503050406030204" pitchFamily="18" charset="0"/>
                        <a:ea typeface="Cambria Math" panose="02040503050406030204" pitchFamily="18" charset="0"/>
                      </a:rPr>
                      <m:t>⇒</m:t>
                    </m:r>
                  </m:oMath>
                </a14:m>
                <a:r>
                  <a:rPr lang="hu-HU" sz="1500" dirty="0"/>
                  <a:t> </a:t>
                </a:r>
                <a:r>
                  <a:rPr lang="hu-HU" sz="1600" dirty="0"/>
                  <a:t>we </a:t>
                </a:r>
                <a:r>
                  <a:rPr lang="hu-HU" sz="1600" dirty="0" err="1"/>
                  <a:t>accept</a:t>
                </a:r>
                <a:r>
                  <a:rPr lang="hu-HU" sz="1600" dirty="0"/>
                  <a:t> </a:t>
                </a:r>
                <a14:m>
                  <m:oMath xmlns:m="http://schemas.openxmlformats.org/officeDocument/2006/math">
                    <m:sSub>
                      <m:sSubPr>
                        <m:ctrlPr>
                          <a:rPr lang="hu-HU" sz="1600" i="1">
                            <a:latin typeface="Cambria Math" panose="02040503050406030204" pitchFamily="18" charset="0"/>
                          </a:rPr>
                        </m:ctrlPr>
                      </m:sSubPr>
                      <m:e>
                        <m:r>
                          <a:rPr lang="hu-HU" sz="1600" i="1">
                            <a:latin typeface="Cambria Math" panose="02040503050406030204" pitchFamily="18" charset="0"/>
                          </a:rPr>
                          <m:t>𝐻</m:t>
                        </m:r>
                      </m:e>
                      <m:sub>
                        <m:r>
                          <a:rPr lang="hu-HU" sz="1600" i="1">
                            <a:latin typeface="Cambria Math" panose="02040503050406030204" pitchFamily="18" charset="0"/>
                          </a:rPr>
                          <m:t>0</m:t>
                        </m:r>
                      </m:sub>
                    </m:sSub>
                  </m:oMath>
                </a14:m>
                <a:r>
                  <a:rPr lang="hu-HU" sz="1600" dirty="0"/>
                  <a:t> </a:t>
                </a:r>
                <a:r>
                  <a:rPr lang="hu-HU" sz="1600" dirty="0" err="1"/>
                  <a:t>with</a:t>
                </a:r>
                <a:r>
                  <a:rPr lang="hu-HU" sz="1600" dirty="0"/>
                  <a:t> </a:t>
                </a:r>
                <a:r>
                  <a:rPr lang="en-US" sz="1600" dirty="0">
                    <a:latin typeface="CMR12"/>
                  </a:rPr>
                  <a:t>95% </a:t>
                </a:r>
                <a:r>
                  <a:rPr lang="en-US" sz="1600" dirty="0" err="1">
                    <a:latin typeface="CMR12"/>
                  </a:rPr>
                  <a:t>signi</a:t>
                </a:r>
                <a:r>
                  <a:rPr lang="hu-HU" sz="1600" dirty="0">
                    <a:latin typeface="CMR12"/>
                  </a:rPr>
                  <a:t>fi</a:t>
                </a:r>
                <a:r>
                  <a:rPr lang="en-US" sz="1600" dirty="0" err="1">
                    <a:latin typeface="CMR12"/>
                  </a:rPr>
                  <a:t>cance</a:t>
                </a:r>
                <a:r>
                  <a:rPr lang="en-US" sz="1600" dirty="0">
                    <a:latin typeface="CMR12"/>
                  </a:rPr>
                  <a:t> level</a:t>
                </a:r>
                <a:endParaRPr lang="hu-HU" sz="1500" dirty="0">
                  <a:latin typeface="CMR12"/>
                </a:endParaRPr>
              </a:p>
              <a:p>
                <a:pPr/>
                <a14:m>
                  <m:oMathPara xmlns:m="http://schemas.openxmlformats.org/officeDocument/2006/math">
                    <m:oMathParaPr>
                      <m:jc m:val="centerGroup"/>
                    </m:oMathParaPr>
                    <m:oMath xmlns:m="http://schemas.openxmlformats.org/officeDocument/2006/math">
                      <m:r>
                        <a:rPr lang="hu-HU" sz="1500" i="1">
                          <a:latin typeface="Cambria Math" panose="02040503050406030204" pitchFamily="18" charset="0"/>
                        </a:rPr>
                        <m:t>𝔼</m:t>
                      </m:r>
                      <m:r>
                        <a:rPr lang="hu-HU" sz="1500" i="1">
                          <a:latin typeface="Cambria Math" panose="02040503050406030204" pitchFamily="18" charset="0"/>
                        </a:rPr>
                        <m:t>𝑋</m:t>
                      </m:r>
                      <m:r>
                        <a:rPr lang="hu-HU" sz="1500" i="1">
                          <a:latin typeface="Cambria Math" panose="02040503050406030204" pitchFamily="18" charset="0"/>
                        </a:rPr>
                        <m:t>=500</m:t>
                      </m:r>
                    </m:oMath>
                  </m:oMathPara>
                </a14:m>
                <a:endParaRPr lang="hu-HU" sz="1500" dirty="0"/>
              </a:p>
              <a:p>
                <a:endParaRPr lang="hu-HU" sz="1500" dirty="0"/>
              </a:p>
            </p:txBody>
          </p:sp>
        </mc:Choice>
        <mc:Fallback xmlns="">
          <p:sp>
            <p:nvSpPr>
              <p:cNvPr id="20" name="Szövegdoboz 19">
                <a:extLst>
                  <a:ext uri="{FF2B5EF4-FFF2-40B4-BE49-F238E27FC236}">
                    <a16:creationId xmlns:a16="http://schemas.microsoft.com/office/drawing/2014/main" id="{F839A61D-0077-4DD5-BC59-24DFCFA2EDE0}"/>
                  </a:ext>
                </a:extLst>
              </p:cNvPr>
              <p:cNvSpPr txBox="1">
                <a:spLocks noRot="1" noChangeAspect="1" noMove="1" noResize="1" noEditPoints="1" noAdjustHandles="1" noChangeArrowheads="1" noChangeShapeType="1" noTextEdit="1"/>
              </p:cNvSpPr>
              <p:nvPr/>
            </p:nvSpPr>
            <p:spPr>
              <a:xfrm>
                <a:off x="4014033" y="5390560"/>
                <a:ext cx="4645061" cy="785215"/>
              </a:xfrm>
              <a:prstGeom prst="rect">
                <a:avLst/>
              </a:prstGeom>
              <a:blipFill>
                <a:blip r:embed="rId12"/>
                <a:stretch>
                  <a:fillRect l="-1969" t="-9302"/>
                </a:stretch>
              </a:blipFill>
            </p:spPr>
            <p:txBody>
              <a:bodyPr/>
              <a:lstStyle/>
              <a:p>
                <a:r>
                  <a:rPr lang="hu-HU">
                    <a:noFill/>
                  </a:rPr>
                  <a:t> </a:t>
                </a:r>
              </a:p>
            </p:txBody>
          </p:sp>
        </mc:Fallback>
      </mc:AlternateContent>
      <p:pic>
        <p:nvPicPr>
          <p:cNvPr id="16" name="Kép 15">
            <a:extLst>
              <a:ext uri="{FF2B5EF4-FFF2-40B4-BE49-F238E27FC236}">
                <a16:creationId xmlns:a16="http://schemas.microsoft.com/office/drawing/2014/main" id="{7C2D3CD0-AED1-4472-A8B4-4D34E93136DE}"/>
              </a:ext>
            </a:extLst>
          </p:cNvPr>
          <p:cNvPicPr>
            <a:picLocks noChangeAspect="1"/>
          </p:cNvPicPr>
          <p:nvPr/>
        </p:nvPicPr>
        <p:blipFill>
          <a:blip r:embed="rId13"/>
          <a:stretch>
            <a:fillRect/>
          </a:stretch>
        </p:blipFill>
        <p:spPr>
          <a:xfrm>
            <a:off x="3099759" y="-3415450"/>
            <a:ext cx="6055987" cy="3399560"/>
          </a:xfrm>
          <a:prstGeom prst="rect">
            <a:avLst/>
          </a:prstGeom>
        </p:spPr>
      </p:pic>
      <p:pic>
        <p:nvPicPr>
          <p:cNvPr id="17" name="Kép 16" descr="A képen asztal látható&#10;&#10;Automatikusan generált leírás">
            <a:extLst>
              <a:ext uri="{FF2B5EF4-FFF2-40B4-BE49-F238E27FC236}">
                <a16:creationId xmlns:a16="http://schemas.microsoft.com/office/drawing/2014/main" id="{5E3DA5A7-B92A-4036-B99C-6124906F176C}"/>
              </a:ext>
            </a:extLst>
          </p:cNvPr>
          <p:cNvPicPr>
            <a:picLocks noChangeAspect="1"/>
          </p:cNvPicPr>
          <p:nvPr/>
        </p:nvPicPr>
        <p:blipFill rotWithShape="1">
          <a:blip r:embed="rId14">
            <a:extLst>
              <a:ext uri="{28A0092B-C50C-407E-A947-70E740481C1C}">
                <a14:useLocalDpi xmlns:a14="http://schemas.microsoft.com/office/drawing/2010/main" val="0"/>
              </a:ext>
            </a:extLst>
          </a:blip>
          <a:srcRect t="8331" b="24848"/>
          <a:stretch/>
        </p:blipFill>
        <p:spPr>
          <a:xfrm>
            <a:off x="9109863" y="1427470"/>
            <a:ext cx="5571268" cy="4573280"/>
          </a:xfrm>
          <a:prstGeom prst="rect">
            <a:avLst/>
          </a:prstGeom>
        </p:spPr>
      </p:pic>
      <mc:AlternateContent xmlns:mc="http://schemas.openxmlformats.org/markup-compatibility/2006" xmlns:a14="http://schemas.microsoft.com/office/drawing/2010/main">
        <mc:Choice Requires="a14">
          <p:sp>
            <p:nvSpPr>
              <p:cNvPr id="19" name="Szövegdoboz 18">
                <a:extLst>
                  <a:ext uri="{FF2B5EF4-FFF2-40B4-BE49-F238E27FC236}">
                    <a16:creationId xmlns:a16="http://schemas.microsoft.com/office/drawing/2014/main" id="{474DDC04-46CA-4768-B2F4-6E9FADF777E7}"/>
                  </a:ext>
                </a:extLst>
              </p:cNvPr>
              <p:cNvSpPr txBox="1"/>
              <p:nvPr/>
            </p:nvSpPr>
            <p:spPr>
              <a:xfrm>
                <a:off x="5057286" y="4721337"/>
                <a:ext cx="3273091" cy="3231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hu-HU" sz="1500" i="1" dirty="0">
                              <a:latin typeface="Cambria Math" panose="02040503050406030204" pitchFamily="18" charset="0"/>
                            </a:rPr>
                          </m:ctrlPr>
                        </m:dPr>
                        <m:e>
                          <m:r>
                            <a:rPr lang="hu-HU" sz="1500" i="1" dirty="0">
                              <a:latin typeface="Cambria Math" panose="02040503050406030204" pitchFamily="18" charset="0"/>
                            </a:rPr>
                            <m:t>𝑧</m:t>
                          </m:r>
                        </m:e>
                      </m:d>
                      <m:r>
                        <a:rPr lang="hu-HU" sz="1500" i="1" dirty="0">
                          <a:latin typeface="Cambria Math" panose="02040503050406030204" pitchFamily="18" charset="0"/>
                          <a:ea typeface="Cambria Math" panose="02040503050406030204" pitchFamily="18" charset="0"/>
                        </a:rPr>
                        <m:t>≈0.7379</m:t>
                      </m:r>
                    </m:oMath>
                  </m:oMathPara>
                </a14:m>
                <a:endParaRPr lang="hu-HU" sz="1500" dirty="0"/>
              </a:p>
            </p:txBody>
          </p:sp>
        </mc:Choice>
        <mc:Fallback xmlns="">
          <p:sp>
            <p:nvSpPr>
              <p:cNvPr id="19" name="Szövegdoboz 18">
                <a:extLst>
                  <a:ext uri="{FF2B5EF4-FFF2-40B4-BE49-F238E27FC236}">
                    <a16:creationId xmlns:a16="http://schemas.microsoft.com/office/drawing/2014/main" id="{474DDC04-46CA-4768-B2F4-6E9FADF777E7}"/>
                  </a:ext>
                </a:extLst>
              </p:cNvPr>
              <p:cNvSpPr txBox="1">
                <a:spLocks noRot="1" noChangeAspect="1" noMove="1" noResize="1" noEditPoints="1" noAdjustHandles="1" noChangeArrowheads="1" noChangeShapeType="1" noTextEdit="1"/>
              </p:cNvSpPr>
              <p:nvPr/>
            </p:nvSpPr>
            <p:spPr>
              <a:xfrm>
                <a:off x="5057286" y="4721337"/>
                <a:ext cx="3273091" cy="323165"/>
              </a:xfrm>
              <a:prstGeom prst="rect">
                <a:avLst/>
              </a:prstGeom>
              <a:blipFill>
                <a:blip r:embed="rId15"/>
                <a:stretch>
                  <a:fillRect/>
                </a:stretch>
              </a:blipFill>
            </p:spPr>
            <p:txBody>
              <a:bodyPr/>
              <a:lstStyle/>
              <a:p>
                <a:r>
                  <a:rPr lang="hu-HU">
                    <a:noFill/>
                  </a:rPr>
                  <a:t> </a:t>
                </a:r>
              </a:p>
            </p:txBody>
          </p:sp>
        </mc:Fallback>
      </mc:AlternateContent>
      <p:cxnSp>
        <p:nvCxnSpPr>
          <p:cNvPr id="21" name="Egyenes összekötő nyíllal 20">
            <a:extLst>
              <a:ext uri="{FF2B5EF4-FFF2-40B4-BE49-F238E27FC236}">
                <a16:creationId xmlns:a16="http://schemas.microsoft.com/office/drawing/2014/main" id="{08FE7C73-4EDF-470B-9A8C-64C7FD34BFA0}"/>
              </a:ext>
            </a:extLst>
          </p:cNvPr>
          <p:cNvCxnSpPr>
            <a:cxnSpLocks/>
          </p:cNvCxnSpPr>
          <p:nvPr/>
        </p:nvCxnSpPr>
        <p:spPr>
          <a:xfrm flipV="1">
            <a:off x="6957394" y="4570080"/>
            <a:ext cx="0" cy="194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522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nodeType="clickEffect">
                                  <p:stCondLst>
                                    <p:cond delay="0"/>
                                  </p:stCondLst>
                                  <p:childTnLst>
                                    <p:animMotion origin="layout" path="M -2.08333E-6 -3.7037E-6 L -2.08333E-6 0.67686 " pathEditMode="relative" rAng="0" ptsTypes="AA">
                                      <p:cBhvr>
                                        <p:cTn id="40" dur="2000" fill="hold"/>
                                        <p:tgtEl>
                                          <p:spTgt spid="16"/>
                                        </p:tgtEl>
                                        <p:attrNameLst>
                                          <p:attrName>ppt_x</p:attrName>
                                          <p:attrName>ppt_y</p:attrName>
                                        </p:attrNameLst>
                                      </p:cBhvr>
                                      <p:rCtr x="0" y="33843"/>
                                    </p:animMotion>
                                  </p:childTnLst>
                                </p:cTn>
                              </p:par>
                            </p:childTnLst>
                          </p:cTn>
                        </p:par>
                      </p:childTnLst>
                    </p:cTn>
                  </p:par>
                  <p:par>
                    <p:cTn id="41" fill="hold">
                      <p:stCondLst>
                        <p:cond delay="indefinite"/>
                      </p:stCondLst>
                      <p:childTnLst>
                        <p:par>
                          <p:cTn id="42" fill="hold">
                            <p:stCondLst>
                              <p:cond delay="0"/>
                            </p:stCondLst>
                            <p:childTnLst>
                              <p:par>
                                <p:cTn id="43" presetID="35" presetClass="path" presetSubtype="0" accel="50000" decel="50000" fill="hold" nodeType="clickEffect">
                                  <p:stCondLst>
                                    <p:cond delay="0"/>
                                  </p:stCondLst>
                                  <p:childTnLst>
                                    <p:animMotion origin="layout" path="M -1.45833E-6 0 L -0.64935 0 " pathEditMode="relative" rAng="0" ptsTypes="AA">
                                      <p:cBhvr>
                                        <p:cTn id="44" dur="2000" fill="hold"/>
                                        <p:tgtEl>
                                          <p:spTgt spid="17"/>
                                        </p:tgtEl>
                                        <p:attrNameLst>
                                          <p:attrName>ppt_x</p:attrName>
                                          <p:attrName>ppt_y</p:attrName>
                                        </p:attrNameLst>
                                      </p:cBhvr>
                                      <p:rCtr x="-32474" y="0"/>
                                    </p:animMotion>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17"/>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2" grpId="0"/>
      <p:bldP spid="13" grpId="0"/>
      <p:bldP spid="14" grpId="0"/>
      <p:bldP spid="15" grpId="0"/>
      <p:bldP spid="18" grpId="0"/>
      <p:bldP spid="20"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rgbClr val="92D050"/>
                </a:solidFill>
                <a:cs typeface="Arial" panose="020B0604020202020204" pitchFamily="34" charset="0"/>
              </a:rPr>
              <a:t>Exercise 16.</a:t>
            </a:r>
            <a:r>
              <a:rPr lang="hu-HU" dirty="0">
                <a:solidFill>
                  <a:srgbClr val="92D050"/>
                </a:solidFill>
                <a:cs typeface="Arial" panose="020B0604020202020204" pitchFamily="34" charset="0"/>
              </a:rPr>
              <a:t>4</a:t>
            </a:r>
            <a:r>
              <a:rPr lang="hu-HU" dirty="0">
                <a:solidFill>
                  <a:schemeClr val="tx1"/>
                </a:solidFill>
                <a:cs typeface="Arial" panose="020B0604020202020204" pitchFamily="34" charset="0"/>
              </a:rPr>
              <a:t> (M1)</a:t>
            </a:r>
            <a:r>
              <a:rPr lang="en-US" dirty="0">
                <a:solidFill>
                  <a:srgbClr val="92D050"/>
                </a:solidFill>
                <a:cs typeface="Arial" panose="020B0604020202020204" pitchFamily="34" charset="0"/>
              </a:rPr>
              <a:t> </a:t>
            </a:r>
            <a:endParaRPr lang="en-GB" dirty="0"/>
          </a:p>
        </p:txBody>
      </p:sp>
      <p:sp>
        <p:nvSpPr>
          <p:cNvPr id="3" name="Tartalom helye 2"/>
          <p:cNvSpPr>
            <a:spLocks noGrp="1"/>
          </p:cNvSpPr>
          <p:nvPr>
            <p:ph idx="1"/>
          </p:nvPr>
        </p:nvSpPr>
        <p:spPr>
          <a:xfrm>
            <a:off x="0" y="1870900"/>
            <a:ext cx="9144000" cy="4987100"/>
          </a:xfrm>
        </p:spPr>
        <p:txBody>
          <a:bodyPr>
            <a:noAutofit/>
          </a:bodyPr>
          <a:lstStyle/>
          <a:p>
            <a:r>
              <a:rPr lang="hu-HU" sz="1800" dirty="0" err="1"/>
              <a:t>data</a:t>
            </a:r>
            <a:r>
              <a:rPr lang="hu-HU" sz="1800" dirty="0"/>
              <a:t>=[499 525 498 503 501 497 493 496 500 495];</a:t>
            </a:r>
          </a:p>
          <a:p>
            <a:r>
              <a:rPr lang="hu-HU" sz="1800" dirty="0"/>
              <a:t>[h,p] = </a:t>
            </a:r>
            <a:r>
              <a:rPr lang="hu-HU" sz="1800" dirty="0" err="1"/>
              <a:t>ztest</a:t>
            </a:r>
            <a:r>
              <a:rPr lang="hu-HU" sz="1800" dirty="0"/>
              <a:t>(</a:t>
            </a:r>
            <a:r>
              <a:rPr lang="hu-HU" sz="1800" dirty="0" err="1"/>
              <a:t>data</a:t>
            </a:r>
            <a:r>
              <a:rPr lang="hu-HU" sz="1800" dirty="0"/>
              <a:t>,500,3,'</a:t>
            </a:r>
            <a:r>
              <a:rPr lang="hu-HU" sz="1800" dirty="0" err="1"/>
              <a:t>Alpha</a:t>
            </a:r>
            <a:r>
              <a:rPr lang="hu-HU" sz="1800" dirty="0"/>
              <a:t>',0.05,'</a:t>
            </a:r>
            <a:r>
              <a:rPr lang="hu-HU" sz="1800" dirty="0" err="1"/>
              <a:t>Tail</a:t>
            </a:r>
            <a:r>
              <a:rPr lang="hu-HU" sz="1800" dirty="0"/>
              <a:t>','</a:t>
            </a:r>
            <a:r>
              <a:rPr lang="hu-HU" sz="1800" dirty="0" err="1"/>
              <a:t>both</a:t>
            </a:r>
            <a:r>
              <a:rPr lang="hu-HU" sz="1800" dirty="0"/>
              <a:t>')</a:t>
            </a:r>
          </a:p>
          <a:p>
            <a:r>
              <a:rPr lang="hu-HU" sz="1800" dirty="0" err="1"/>
              <a:t>alpha</a:t>
            </a:r>
            <a:r>
              <a:rPr lang="hu-HU" sz="1800" dirty="0"/>
              <a:t> = 0.05;</a:t>
            </a:r>
          </a:p>
          <a:p>
            <a:r>
              <a:rPr lang="hu-HU" sz="1800" dirty="0"/>
              <a:t>x=-3:0.01:3;</a:t>
            </a:r>
          </a:p>
          <a:p>
            <a:r>
              <a:rPr lang="hu-HU" sz="1800" dirty="0" err="1"/>
              <a:t>plot</a:t>
            </a:r>
            <a:r>
              <a:rPr lang="hu-HU" sz="1800" dirty="0"/>
              <a:t>(x,</a:t>
            </a:r>
            <a:r>
              <a:rPr lang="hu-HU" sz="1800" dirty="0" err="1"/>
              <a:t>normpdf</a:t>
            </a:r>
            <a:r>
              <a:rPr lang="hu-HU" sz="1800" dirty="0"/>
              <a:t>(</a:t>
            </a:r>
            <a:r>
              <a:rPr lang="hu-HU" sz="1800" dirty="0" err="1"/>
              <a:t>x</a:t>
            </a:r>
            <a:r>
              <a:rPr lang="hu-HU" sz="1800" dirty="0"/>
              <a:t>))</a:t>
            </a:r>
          </a:p>
          <a:p>
            <a:r>
              <a:rPr lang="hu-HU" sz="1800" dirty="0"/>
              <a:t>hold </a:t>
            </a:r>
            <a:r>
              <a:rPr lang="hu-HU" sz="1800" dirty="0" err="1"/>
              <a:t>on</a:t>
            </a:r>
            <a:endParaRPr lang="hu-HU" sz="1800" dirty="0"/>
          </a:p>
          <a:p>
            <a:r>
              <a:rPr lang="hu-HU" sz="1800" dirty="0"/>
              <a:t>z_</a:t>
            </a:r>
            <a:r>
              <a:rPr lang="hu-HU" sz="1800" dirty="0" err="1"/>
              <a:t>alpha</a:t>
            </a:r>
            <a:r>
              <a:rPr lang="hu-HU" sz="1800" dirty="0"/>
              <a:t>_2 = </a:t>
            </a:r>
            <a:r>
              <a:rPr lang="hu-HU" sz="1800" dirty="0" err="1"/>
              <a:t>norminv</a:t>
            </a:r>
            <a:r>
              <a:rPr lang="hu-HU" sz="1800" dirty="0"/>
              <a:t>(1-alpha/2);</a:t>
            </a:r>
          </a:p>
          <a:p>
            <a:r>
              <a:rPr lang="hu-HU" sz="1800" dirty="0" err="1"/>
              <a:t>area</a:t>
            </a:r>
            <a:r>
              <a:rPr lang="hu-HU" sz="1800" dirty="0"/>
              <a:t>(</a:t>
            </a:r>
            <a:r>
              <a:rPr lang="hu-HU" sz="1800" dirty="0" err="1"/>
              <a:t>-z</a:t>
            </a:r>
            <a:r>
              <a:rPr lang="hu-HU" sz="1800" dirty="0"/>
              <a:t>_</a:t>
            </a:r>
            <a:r>
              <a:rPr lang="hu-HU" sz="1800" dirty="0" err="1"/>
              <a:t>alpha</a:t>
            </a:r>
            <a:r>
              <a:rPr lang="hu-HU" sz="1800" dirty="0"/>
              <a:t>_2:0.01:z_</a:t>
            </a:r>
            <a:r>
              <a:rPr lang="hu-HU" sz="1800" dirty="0" err="1"/>
              <a:t>alpha</a:t>
            </a:r>
            <a:r>
              <a:rPr lang="hu-HU" sz="1800" dirty="0"/>
              <a:t>_2,</a:t>
            </a:r>
            <a:r>
              <a:rPr lang="hu-HU" sz="1800" dirty="0" err="1"/>
              <a:t>normpdf</a:t>
            </a:r>
            <a:r>
              <a:rPr lang="hu-HU" sz="1800" dirty="0"/>
              <a:t>(</a:t>
            </a:r>
            <a:r>
              <a:rPr lang="hu-HU" sz="1800" dirty="0" err="1"/>
              <a:t>-z</a:t>
            </a:r>
            <a:r>
              <a:rPr lang="hu-HU" sz="1800" dirty="0"/>
              <a:t>_</a:t>
            </a:r>
            <a:r>
              <a:rPr lang="hu-HU" sz="1800" dirty="0" err="1"/>
              <a:t>alpha</a:t>
            </a:r>
            <a:r>
              <a:rPr lang="hu-HU" sz="1800" dirty="0"/>
              <a:t>_</a:t>
            </a:r>
            <a:r>
              <a:rPr lang="hu-HU" sz="1800" dirty="0" err="1"/>
              <a:t>2</a:t>
            </a:r>
            <a:r>
              <a:rPr lang="hu-HU" sz="1800" dirty="0"/>
              <a:t>:0.01:z_</a:t>
            </a:r>
            <a:r>
              <a:rPr lang="hu-HU" sz="1800" dirty="0" err="1"/>
              <a:t>alpha</a:t>
            </a:r>
            <a:r>
              <a:rPr lang="hu-HU" sz="1800" dirty="0"/>
              <a:t>_2),'</a:t>
            </a:r>
            <a:r>
              <a:rPr lang="hu-HU" sz="1800" dirty="0" err="1"/>
              <a:t>FaceColor</a:t>
            </a:r>
            <a:r>
              <a:rPr lang="hu-HU" sz="1800" dirty="0"/>
              <a:t>','g')</a:t>
            </a:r>
          </a:p>
          <a:p>
            <a:r>
              <a:rPr lang="hu-HU" sz="1800" dirty="0"/>
              <a:t>hold </a:t>
            </a:r>
            <a:r>
              <a:rPr lang="hu-HU" sz="1800" dirty="0" err="1"/>
              <a:t>off</a:t>
            </a:r>
            <a:endParaRPr lang="hu-HU" sz="1800" dirty="0"/>
          </a:p>
        </p:txBody>
      </p:sp>
    </p:spTree>
    <p:extLst>
      <p:ext uri="{BB962C8B-B14F-4D97-AF65-F5344CB8AC3E}">
        <p14:creationId xmlns:p14="http://schemas.microsoft.com/office/powerpoint/2010/main" val="4116908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rgbClr val="92D050"/>
                </a:solidFill>
                <a:cs typeface="Arial" panose="020B0604020202020204" pitchFamily="34" charset="0"/>
              </a:rPr>
              <a:t>Exercise 16.</a:t>
            </a:r>
            <a:r>
              <a:rPr lang="hu-HU" dirty="0">
                <a:solidFill>
                  <a:srgbClr val="92D050"/>
                </a:solidFill>
                <a:cs typeface="Arial" panose="020B0604020202020204" pitchFamily="34" charset="0"/>
              </a:rPr>
              <a:t>8</a:t>
            </a:r>
            <a:r>
              <a:rPr lang="hu-HU" dirty="0">
                <a:solidFill>
                  <a:schemeClr val="tx1"/>
                </a:solidFill>
                <a:cs typeface="Arial" panose="020B0604020202020204" pitchFamily="34" charset="0"/>
              </a:rPr>
              <a:t> (M2)</a:t>
            </a:r>
            <a:r>
              <a:rPr lang="en-US" dirty="0">
                <a:solidFill>
                  <a:srgbClr val="92D050"/>
                </a:solidFill>
                <a:cs typeface="Arial" panose="020B0604020202020204" pitchFamily="34" charset="0"/>
              </a:rPr>
              <a:t> </a:t>
            </a:r>
            <a:endParaRPr lang="en-GB" dirty="0"/>
          </a:p>
        </p:txBody>
      </p:sp>
      <p:sp>
        <p:nvSpPr>
          <p:cNvPr id="3" name="Tartalom helye 2"/>
          <p:cNvSpPr>
            <a:spLocks noGrp="1"/>
          </p:cNvSpPr>
          <p:nvPr>
            <p:ph idx="1"/>
          </p:nvPr>
        </p:nvSpPr>
        <p:spPr>
          <a:xfrm>
            <a:off x="822960" y="1870900"/>
            <a:ext cx="7543800" cy="4987100"/>
          </a:xfrm>
        </p:spPr>
        <p:txBody>
          <a:bodyPr>
            <a:noAutofit/>
          </a:bodyPr>
          <a:lstStyle/>
          <a:p>
            <a:pPr algn="l"/>
            <a:r>
              <a:rPr lang="en-GB" sz="1800" b="0" i="0" u="none" strike="noStrike" baseline="0">
                <a:latin typeface="CMR12"/>
              </a:rPr>
              <a:t>Experiments with a new variety of tomato are being conducted at an agricultural research station. The crop is grown under carefully controlled conditions on ten experimental plots and the yields, in kg per plot, are found to be as follows:</a:t>
            </a:r>
          </a:p>
          <a:p>
            <a:pPr algn="ctr"/>
            <a:r>
              <a:rPr lang="en-GB" sz="1800" b="0" i="0" u="none" strike="noStrike" baseline="0">
                <a:latin typeface="CMR12"/>
              </a:rPr>
              <a:t>60.2,</a:t>
            </a:r>
            <a:r>
              <a:rPr lang="en-GB" sz="1800" b="0" i="0" u="none" strike="noStrike" baseline="0">
                <a:latin typeface="CMMI12"/>
              </a:rPr>
              <a:t> </a:t>
            </a:r>
            <a:r>
              <a:rPr lang="en-GB" sz="1800" b="0" i="0" u="none" strike="noStrike" baseline="0">
                <a:latin typeface="CMR12"/>
              </a:rPr>
              <a:t>63.4,</a:t>
            </a:r>
            <a:r>
              <a:rPr lang="en-GB" sz="1800" b="0" i="0" u="none" strike="noStrike" baseline="0">
                <a:latin typeface="CMMI12"/>
              </a:rPr>
              <a:t> </a:t>
            </a:r>
            <a:r>
              <a:rPr lang="en-GB" sz="1800" b="0" i="0" u="none" strike="noStrike" baseline="0">
                <a:latin typeface="CMR12"/>
              </a:rPr>
              <a:t>58.8,</a:t>
            </a:r>
            <a:r>
              <a:rPr lang="en-GB" sz="1800" b="0" i="0" u="none" strike="noStrike" baseline="0">
                <a:latin typeface="CMMI12"/>
              </a:rPr>
              <a:t> </a:t>
            </a:r>
            <a:r>
              <a:rPr lang="en-GB" sz="1800" b="0" i="0" u="none" strike="noStrike" baseline="0">
                <a:latin typeface="CMR12"/>
              </a:rPr>
              <a:t>63.6,</a:t>
            </a:r>
            <a:r>
              <a:rPr lang="en-GB" sz="1800" b="0" i="0" u="none" strike="noStrike" baseline="0">
                <a:latin typeface="CMMI12"/>
              </a:rPr>
              <a:t> </a:t>
            </a:r>
            <a:r>
              <a:rPr lang="en-GB" sz="1800" b="0" i="0" u="none" strike="noStrike" baseline="0">
                <a:latin typeface="CMR12"/>
              </a:rPr>
              <a:t>64.7,</a:t>
            </a:r>
            <a:r>
              <a:rPr lang="en-GB" sz="1800" b="0" i="0" u="none" strike="noStrike" baseline="0">
                <a:latin typeface="CMMI12"/>
              </a:rPr>
              <a:t> </a:t>
            </a:r>
            <a:r>
              <a:rPr lang="en-GB" sz="1800" b="0" i="0" u="none" strike="noStrike" baseline="0">
                <a:latin typeface="CMR12"/>
              </a:rPr>
              <a:t>62.5,</a:t>
            </a:r>
            <a:r>
              <a:rPr lang="en-GB" sz="1800" b="0" i="0" u="none" strike="noStrike" baseline="0">
                <a:latin typeface="CMMI12"/>
              </a:rPr>
              <a:t> </a:t>
            </a:r>
            <a:r>
              <a:rPr lang="en-GB" sz="1800" b="0" i="0" u="none" strike="noStrike" baseline="0">
                <a:latin typeface="CMR12"/>
              </a:rPr>
              <a:t>66.0,</a:t>
            </a:r>
            <a:r>
              <a:rPr lang="en-GB" sz="1800" b="0" i="0" u="none" strike="noStrike" baseline="0">
                <a:latin typeface="CMMI12"/>
              </a:rPr>
              <a:t> </a:t>
            </a:r>
            <a:r>
              <a:rPr lang="en-GB" sz="1800" b="0" i="0" u="none" strike="noStrike" baseline="0">
                <a:latin typeface="CMR12"/>
              </a:rPr>
              <a:t>59.1,</a:t>
            </a:r>
            <a:r>
              <a:rPr lang="en-GB" sz="1800" b="0" i="0" u="none" strike="noStrike" baseline="0">
                <a:latin typeface="CMMI12"/>
              </a:rPr>
              <a:t> </a:t>
            </a:r>
            <a:r>
              <a:rPr lang="en-GB" sz="1800" b="0" i="0" u="none" strike="noStrike" baseline="0">
                <a:latin typeface="CMR12"/>
              </a:rPr>
              <a:t>65.1,</a:t>
            </a:r>
            <a:r>
              <a:rPr lang="en-GB" sz="1800" b="0" i="0" u="none" strike="noStrike" baseline="0">
                <a:latin typeface="CMMI12"/>
              </a:rPr>
              <a:t> </a:t>
            </a:r>
            <a:r>
              <a:rPr lang="en-GB" sz="1800" b="0" i="0" u="none" strike="noStrike" baseline="0">
                <a:latin typeface="CMR12"/>
              </a:rPr>
              <a:t>62.0;</a:t>
            </a:r>
            <a:endParaRPr lang="en-GB" sz="1800" b="0" i="0" u="none" strike="noStrike" baseline="0">
              <a:latin typeface="CMMI12"/>
            </a:endParaRPr>
          </a:p>
          <a:p>
            <a:pPr algn="l"/>
            <a:r>
              <a:rPr lang="en-GB" sz="1800" b="0" i="0" u="none" strike="noStrike" baseline="0">
                <a:latin typeface="CMR12"/>
              </a:rPr>
              <a:t>It is known that an established variety of tomato would have a mean yield of 60 kg per plot on the experimental plot. Test, at the 95% confidence interval, whether the new variety has a different mean yield, stating clearly your null and alternative hypotheses. State also the assumptions underlying your analysis.</a:t>
            </a:r>
            <a:endParaRPr lang="en-GB"/>
          </a:p>
        </p:txBody>
      </p:sp>
    </p:spTree>
    <p:extLst>
      <p:ext uri="{BB962C8B-B14F-4D97-AF65-F5344CB8AC3E}">
        <p14:creationId xmlns:p14="http://schemas.microsoft.com/office/powerpoint/2010/main" val="840841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rgbClr val="92D050"/>
                </a:solidFill>
                <a:cs typeface="Arial" panose="020B0604020202020204" pitchFamily="34" charset="0"/>
              </a:rPr>
              <a:t>Exercise 16.</a:t>
            </a:r>
            <a:r>
              <a:rPr lang="hu-HU" dirty="0">
                <a:solidFill>
                  <a:srgbClr val="92D050"/>
                </a:solidFill>
                <a:cs typeface="Arial" panose="020B0604020202020204" pitchFamily="34" charset="0"/>
              </a:rPr>
              <a:t>8</a:t>
            </a:r>
            <a:endParaRPr lang="en-GB" dirty="0"/>
          </a:p>
        </p:txBody>
      </p:sp>
      <mc:AlternateContent xmlns:mc="http://schemas.openxmlformats.org/markup-compatibility/2006" xmlns:a14="http://schemas.microsoft.com/office/drawing/2010/main">
        <mc:Choice Requires="a14">
          <p:sp>
            <p:nvSpPr>
              <p:cNvPr id="4" name="Szövegdoboz 3">
                <a:extLst>
                  <a:ext uri="{FF2B5EF4-FFF2-40B4-BE49-F238E27FC236}">
                    <a16:creationId xmlns:a16="http://schemas.microsoft.com/office/drawing/2014/main" id="{C91C7334-396C-4A1E-9011-95764062E3F6}"/>
                  </a:ext>
                </a:extLst>
              </p:cNvPr>
              <p:cNvSpPr txBox="1"/>
              <p:nvPr/>
            </p:nvSpPr>
            <p:spPr>
              <a:xfrm>
                <a:off x="822960" y="1883328"/>
                <a:ext cx="10457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bar>
                        <m:barPr>
                          <m:pos m:val="top"/>
                          <m:ctrlPr>
                            <a:rPr lang="hu-HU" b="0" i="1" smtClean="0">
                              <a:latin typeface="Cambria Math" panose="02040503050406030204" pitchFamily="18" charset="0"/>
                            </a:rPr>
                          </m:ctrlPr>
                        </m:barPr>
                        <m:e>
                          <m:r>
                            <a:rPr lang="hu-HU" b="0" i="1" smtClean="0">
                              <a:latin typeface="Cambria Math" panose="02040503050406030204" pitchFamily="18" charset="0"/>
                            </a:rPr>
                            <m:t>𝑥</m:t>
                          </m:r>
                        </m:e>
                      </m:bar>
                      <m:r>
                        <a:rPr lang="hu-HU" b="0" i="1" smtClean="0">
                          <a:latin typeface="Cambria Math" panose="02040503050406030204" pitchFamily="18" charset="0"/>
                        </a:rPr>
                        <m:t>=62.54</m:t>
                      </m:r>
                    </m:oMath>
                  </m:oMathPara>
                </a14:m>
                <a:endParaRPr lang="hu-HU" dirty="0"/>
              </a:p>
            </p:txBody>
          </p:sp>
        </mc:Choice>
        <mc:Fallback xmlns="">
          <p:sp>
            <p:nvSpPr>
              <p:cNvPr id="4" name="Szövegdoboz 3">
                <a:extLst>
                  <a:ext uri="{FF2B5EF4-FFF2-40B4-BE49-F238E27FC236}">
                    <a16:creationId xmlns:a16="http://schemas.microsoft.com/office/drawing/2014/main" id="{C91C7334-396C-4A1E-9011-95764062E3F6}"/>
                  </a:ext>
                </a:extLst>
              </p:cNvPr>
              <p:cNvSpPr txBox="1">
                <a:spLocks noRot="1" noChangeAspect="1" noMove="1" noResize="1" noEditPoints="1" noAdjustHandles="1" noChangeArrowheads="1" noChangeShapeType="1" noTextEdit="1"/>
              </p:cNvSpPr>
              <p:nvPr/>
            </p:nvSpPr>
            <p:spPr>
              <a:xfrm>
                <a:off x="822960" y="1883328"/>
                <a:ext cx="1045735" cy="276999"/>
              </a:xfrm>
              <a:prstGeom prst="rect">
                <a:avLst/>
              </a:prstGeom>
              <a:blipFill>
                <a:blip r:embed="rId2"/>
                <a:stretch>
                  <a:fillRect l="-2907" r="-5233" b="-8889"/>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5" name="Szövegdoboz 4">
                <a:extLst>
                  <a:ext uri="{FF2B5EF4-FFF2-40B4-BE49-F238E27FC236}">
                    <a16:creationId xmlns:a16="http://schemas.microsoft.com/office/drawing/2014/main" id="{D2CDF0E6-9F57-4E0F-AFCE-314C3290F785}"/>
                  </a:ext>
                </a:extLst>
              </p:cNvPr>
              <p:cNvSpPr txBox="1"/>
              <p:nvPr/>
            </p:nvSpPr>
            <p:spPr>
              <a:xfrm>
                <a:off x="5025844" y="1887491"/>
                <a:ext cx="187551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hu-HU" b="0" i="1" smtClean="0">
                              <a:latin typeface="Cambria Math" panose="02040503050406030204" pitchFamily="18" charset="0"/>
                            </a:rPr>
                          </m:ctrlPr>
                        </m:sSubPr>
                        <m:e>
                          <m:r>
                            <a:rPr lang="hu-HU" b="0" i="1" smtClean="0">
                              <a:latin typeface="Cambria Math" panose="02040503050406030204" pitchFamily="18" charset="0"/>
                            </a:rPr>
                            <m:t>𝐻</m:t>
                          </m:r>
                        </m:e>
                        <m:sub>
                          <m:r>
                            <a:rPr lang="hu-HU" b="0" i="1" smtClean="0">
                              <a:latin typeface="Cambria Math" panose="02040503050406030204" pitchFamily="18" charset="0"/>
                            </a:rPr>
                            <m:t>0</m:t>
                          </m:r>
                        </m:sub>
                      </m:sSub>
                      <m:r>
                        <a:rPr lang="hu-HU" b="0" i="1" smtClean="0">
                          <a:latin typeface="Cambria Math" panose="02040503050406030204" pitchFamily="18" charset="0"/>
                        </a:rPr>
                        <m:t>:</m:t>
                      </m:r>
                      <m:r>
                        <a:rPr lang="hu-HU" b="0" i="1" smtClean="0">
                          <a:latin typeface="Cambria Math" panose="02040503050406030204" pitchFamily="18" charset="0"/>
                        </a:rPr>
                        <m:t>𝔼</m:t>
                      </m:r>
                      <m:r>
                        <a:rPr lang="hu-HU" b="0" i="1" smtClean="0">
                          <a:latin typeface="Cambria Math" panose="02040503050406030204" pitchFamily="18" charset="0"/>
                        </a:rPr>
                        <m:t>𝑋</m:t>
                      </m:r>
                      <m:r>
                        <a:rPr lang="hu-HU" b="0" i="1" smtClean="0">
                          <a:latin typeface="Cambria Math" panose="02040503050406030204" pitchFamily="18" charset="0"/>
                        </a:rPr>
                        <m:t>=60=</m:t>
                      </m:r>
                      <m:sSub>
                        <m:sSubPr>
                          <m:ctrlPr>
                            <a:rPr lang="hu-HU" b="0" i="1" smtClean="0">
                              <a:latin typeface="Cambria Math" panose="02040503050406030204" pitchFamily="18" charset="0"/>
                            </a:rPr>
                          </m:ctrlPr>
                        </m:sSubPr>
                        <m:e>
                          <m:r>
                            <a:rPr lang="hu-HU" b="0" i="1" smtClean="0">
                              <a:latin typeface="Cambria Math" panose="02040503050406030204" pitchFamily="18" charset="0"/>
                            </a:rPr>
                            <m:t>𝑚</m:t>
                          </m:r>
                        </m:e>
                        <m:sub>
                          <m:r>
                            <a:rPr lang="hu-HU" b="0" i="1" smtClean="0">
                              <a:latin typeface="Cambria Math" panose="02040503050406030204" pitchFamily="18" charset="0"/>
                            </a:rPr>
                            <m:t>0</m:t>
                          </m:r>
                        </m:sub>
                      </m:sSub>
                    </m:oMath>
                    <m:oMath xmlns:m="http://schemas.openxmlformats.org/officeDocument/2006/math">
                      <m:sSub>
                        <m:sSubPr>
                          <m:ctrlPr>
                            <a:rPr lang="hu-HU" b="0" i="1" smtClean="0">
                              <a:latin typeface="Cambria Math" panose="02040503050406030204" pitchFamily="18" charset="0"/>
                            </a:rPr>
                          </m:ctrlPr>
                        </m:sSubPr>
                        <m:e>
                          <m:r>
                            <a:rPr lang="hu-HU" b="0" i="1" smtClean="0">
                              <a:latin typeface="Cambria Math" panose="02040503050406030204" pitchFamily="18" charset="0"/>
                            </a:rPr>
                            <m:t>𝐻</m:t>
                          </m:r>
                        </m:e>
                        <m:sub>
                          <m:r>
                            <a:rPr lang="hu-HU" b="0" i="1" smtClean="0">
                              <a:latin typeface="Cambria Math" panose="02040503050406030204" pitchFamily="18" charset="0"/>
                            </a:rPr>
                            <m:t>1</m:t>
                          </m:r>
                        </m:sub>
                      </m:sSub>
                      <m:r>
                        <a:rPr lang="hu-HU" b="0" i="1" smtClean="0">
                          <a:latin typeface="Cambria Math" panose="02040503050406030204" pitchFamily="18" charset="0"/>
                        </a:rPr>
                        <m:t>:</m:t>
                      </m:r>
                      <m:r>
                        <a:rPr lang="hu-HU" b="0" i="1" smtClean="0">
                          <a:latin typeface="Cambria Math" panose="02040503050406030204" pitchFamily="18" charset="0"/>
                        </a:rPr>
                        <m:t>𝔼</m:t>
                      </m:r>
                      <m:r>
                        <a:rPr lang="hu-HU" b="0" i="1" smtClean="0">
                          <a:latin typeface="Cambria Math" panose="02040503050406030204" pitchFamily="18" charset="0"/>
                        </a:rPr>
                        <m:t>𝑋</m:t>
                      </m:r>
                      <m:r>
                        <a:rPr lang="hu-HU" b="0" i="1" smtClean="0">
                          <a:latin typeface="Cambria Math" panose="02040503050406030204" pitchFamily="18" charset="0"/>
                        </a:rPr>
                        <m:t>≠60</m:t>
                      </m:r>
                    </m:oMath>
                  </m:oMathPara>
                </a14:m>
                <a:endParaRPr lang="hu-HU" dirty="0"/>
              </a:p>
            </p:txBody>
          </p:sp>
        </mc:Choice>
        <mc:Fallback xmlns="">
          <p:sp>
            <p:nvSpPr>
              <p:cNvPr id="5" name="Szövegdoboz 4">
                <a:extLst>
                  <a:ext uri="{FF2B5EF4-FFF2-40B4-BE49-F238E27FC236}">
                    <a16:creationId xmlns:a16="http://schemas.microsoft.com/office/drawing/2014/main" id="{D2CDF0E6-9F57-4E0F-AFCE-314C3290F785}"/>
                  </a:ext>
                </a:extLst>
              </p:cNvPr>
              <p:cNvSpPr txBox="1">
                <a:spLocks noRot="1" noChangeAspect="1" noMove="1" noResize="1" noEditPoints="1" noAdjustHandles="1" noChangeArrowheads="1" noChangeShapeType="1" noTextEdit="1"/>
              </p:cNvSpPr>
              <p:nvPr/>
            </p:nvSpPr>
            <p:spPr>
              <a:xfrm>
                <a:off x="5025844" y="1887491"/>
                <a:ext cx="1875513" cy="553998"/>
              </a:xfrm>
              <a:prstGeom prst="rect">
                <a:avLst/>
              </a:prstGeom>
              <a:blipFill>
                <a:blip r:embed="rId3"/>
                <a:stretch>
                  <a:fillRect l="-2273" r="-974" b="-6593"/>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7" name="Szövegdoboz 6">
                <a:extLst>
                  <a:ext uri="{FF2B5EF4-FFF2-40B4-BE49-F238E27FC236}">
                    <a16:creationId xmlns:a16="http://schemas.microsoft.com/office/drawing/2014/main" id="{F4DA0F94-9540-409D-A9AF-8B06CE6998BE}"/>
                  </a:ext>
                </a:extLst>
              </p:cNvPr>
              <p:cNvSpPr txBox="1"/>
              <p:nvPr/>
            </p:nvSpPr>
            <p:spPr>
              <a:xfrm>
                <a:off x="822958" y="2381349"/>
                <a:ext cx="1760849" cy="6830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hu-HU" b="0" i="1" smtClean="0">
                              <a:latin typeface="Cambria Math" panose="02040503050406030204" pitchFamily="18" charset="0"/>
                            </a:rPr>
                          </m:ctrlPr>
                        </m:fPr>
                        <m:num>
                          <m:bar>
                            <m:barPr>
                              <m:pos m:val="top"/>
                              <m:ctrlPr>
                                <a:rPr lang="hu-HU" b="0" i="1" smtClean="0">
                                  <a:latin typeface="Cambria Math" panose="02040503050406030204" pitchFamily="18" charset="0"/>
                                </a:rPr>
                              </m:ctrlPr>
                            </m:barPr>
                            <m:e>
                              <m:r>
                                <a:rPr lang="hu-HU" b="0" i="1" smtClean="0">
                                  <a:latin typeface="Cambria Math" panose="02040503050406030204" pitchFamily="18" charset="0"/>
                                </a:rPr>
                                <m:t>𝑥</m:t>
                              </m:r>
                            </m:e>
                          </m:bar>
                          <m:r>
                            <a:rPr lang="hu-HU" b="0" i="1" smtClean="0">
                              <a:latin typeface="Cambria Math" panose="02040503050406030204" pitchFamily="18" charset="0"/>
                            </a:rPr>
                            <m:t>−</m:t>
                          </m:r>
                          <m:sSub>
                            <m:sSubPr>
                              <m:ctrlPr>
                                <a:rPr lang="hu-HU" b="0" i="1" smtClean="0">
                                  <a:latin typeface="Cambria Math" panose="02040503050406030204" pitchFamily="18" charset="0"/>
                                </a:rPr>
                              </m:ctrlPr>
                            </m:sSubPr>
                            <m:e>
                              <m:r>
                                <a:rPr lang="hu-HU" b="0" i="1" smtClean="0">
                                  <a:latin typeface="Cambria Math" panose="02040503050406030204" pitchFamily="18" charset="0"/>
                                </a:rPr>
                                <m:t>𝑚</m:t>
                              </m:r>
                            </m:e>
                            <m:sub>
                              <m:r>
                                <a:rPr lang="hu-HU" b="0" i="1" smtClean="0">
                                  <a:latin typeface="Cambria Math" panose="02040503050406030204" pitchFamily="18" charset="0"/>
                                </a:rPr>
                                <m:t>0</m:t>
                              </m:r>
                            </m:sub>
                          </m:sSub>
                        </m:num>
                        <m:den>
                          <m:sSubSup>
                            <m:sSubSupPr>
                              <m:ctrlPr>
                                <a:rPr lang="hu-HU" b="0" i="1" smtClean="0">
                                  <a:latin typeface="Cambria Math" panose="02040503050406030204" pitchFamily="18" charset="0"/>
                                </a:rPr>
                              </m:ctrlPr>
                            </m:sSubSupPr>
                            <m:e>
                              <m:r>
                                <a:rPr lang="hu-HU" b="0" i="1" smtClean="0">
                                  <a:latin typeface="Cambria Math" panose="02040503050406030204" pitchFamily="18" charset="0"/>
                                </a:rPr>
                                <m:t>𝑠</m:t>
                              </m:r>
                            </m:e>
                            <m:sub>
                              <m:r>
                                <a:rPr lang="hu-HU" b="0" i="1" smtClean="0">
                                  <a:latin typeface="Cambria Math" panose="02040503050406030204" pitchFamily="18" charset="0"/>
                                </a:rPr>
                                <m:t>𝑛</m:t>
                              </m:r>
                            </m:sub>
                            <m:sup>
                              <m:r>
                                <a:rPr lang="hu-HU" b="0" i="1" smtClean="0">
                                  <a:latin typeface="Cambria Math" panose="02040503050406030204" pitchFamily="18" charset="0"/>
                                </a:rPr>
                                <m:t>∗</m:t>
                              </m:r>
                            </m:sup>
                          </m:sSubSup>
                        </m:den>
                      </m:f>
                      <m:rad>
                        <m:radPr>
                          <m:degHide m:val="on"/>
                          <m:ctrlPr>
                            <a:rPr lang="hu-HU" b="0" i="1" smtClean="0">
                              <a:latin typeface="Cambria Math" panose="02040503050406030204" pitchFamily="18" charset="0"/>
                            </a:rPr>
                          </m:ctrlPr>
                        </m:radPr>
                        <m:deg/>
                        <m:e>
                          <m:r>
                            <a:rPr lang="hu-HU" b="0" i="1" smtClean="0">
                              <a:latin typeface="Cambria Math" panose="02040503050406030204" pitchFamily="18" charset="0"/>
                            </a:rPr>
                            <m:t>𝑛</m:t>
                          </m:r>
                        </m:e>
                      </m:rad>
                      <m:r>
                        <a:rPr lang="hu-HU" b="0" i="1" smtClean="0">
                          <a:latin typeface="Cambria Math" panose="02040503050406030204" pitchFamily="18" charset="0"/>
                        </a:rPr>
                        <m:t>~</m:t>
                      </m:r>
                      <m:sSub>
                        <m:sSubPr>
                          <m:ctrlPr>
                            <a:rPr lang="hu-HU" b="0" i="1" smtClean="0">
                              <a:latin typeface="Cambria Math" panose="02040503050406030204" pitchFamily="18" charset="0"/>
                            </a:rPr>
                          </m:ctrlPr>
                        </m:sSubPr>
                        <m:e>
                          <m:r>
                            <a:rPr lang="hu-HU" b="0" i="1" smtClean="0">
                              <a:latin typeface="Cambria Math" panose="02040503050406030204" pitchFamily="18" charset="0"/>
                            </a:rPr>
                            <m:t>𝑡</m:t>
                          </m:r>
                        </m:e>
                        <m:sub>
                          <m:r>
                            <a:rPr lang="hu-HU" b="0" i="1" smtClean="0">
                              <a:latin typeface="Cambria Math" panose="02040503050406030204" pitchFamily="18" charset="0"/>
                            </a:rPr>
                            <m:t>𝑛</m:t>
                          </m:r>
                          <m:r>
                            <a:rPr lang="hu-HU" b="0" i="1" smtClean="0">
                              <a:latin typeface="Cambria Math" panose="02040503050406030204" pitchFamily="18" charset="0"/>
                            </a:rPr>
                            <m:t>−1</m:t>
                          </m:r>
                        </m:sub>
                      </m:sSub>
                    </m:oMath>
                  </m:oMathPara>
                </a14:m>
                <a:endParaRPr lang="hu-HU" dirty="0"/>
              </a:p>
            </p:txBody>
          </p:sp>
        </mc:Choice>
        <mc:Fallback xmlns="">
          <p:sp>
            <p:nvSpPr>
              <p:cNvPr id="7" name="Szövegdoboz 6">
                <a:extLst>
                  <a:ext uri="{FF2B5EF4-FFF2-40B4-BE49-F238E27FC236}">
                    <a16:creationId xmlns:a16="http://schemas.microsoft.com/office/drawing/2014/main" id="{F4DA0F94-9540-409D-A9AF-8B06CE6998BE}"/>
                  </a:ext>
                </a:extLst>
              </p:cNvPr>
              <p:cNvSpPr txBox="1">
                <a:spLocks noRot="1" noChangeAspect="1" noMove="1" noResize="1" noEditPoints="1" noAdjustHandles="1" noChangeArrowheads="1" noChangeShapeType="1" noTextEdit="1"/>
              </p:cNvSpPr>
              <p:nvPr/>
            </p:nvSpPr>
            <p:spPr>
              <a:xfrm>
                <a:off x="822958" y="2381349"/>
                <a:ext cx="1760849" cy="683072"/>
              </a:xfrm>
              <a:prstGeom prst="rect">
                <a:avLst/>
              </a:prstGeom>
              <a:blipFill>
                <a:blip r:embed="rId4"/>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9" name="Szövegdoboz 8">
                <a:extLst>
                  <a:ext uri="{FF2B5EF4-FFF2-40B4-BE49-F238E27FC236}">
                    <a16:creationId xmlns:a16="http://schemas.microsoft.com/office/drawing/2014/main" id="{56218814-ED19-4568-93FE-7835B15DAAB7}"/>
                  </a:ext>
                </a:extLst>
              </p:cNvPr>
              <p:cNvSpPr txBox="1"/>
              <p:nvPr/>
            </p:nvSpPr>
            <p:spPr>
              <a:xfrm>
                <a:off x="822956" y="3064421"/>
                <a:ext cx="5737235" cy="8485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hu-HU" b="0" i="1" smtClean="0">
                              <a:latin typeface="Cambria Math" panose="02040503050406030204" pitchFamily="18" charset="0"/>
                            </a:rPr>
                          </m:ctrlPr>
                        </m:sSupPr>
                        <m:e>
                          <m:sSubSup>
                            <m:sSubSupPr>
                              <m:ctrlPr>
                                <a:rPr lang="hu-HU" i="1" smtClean="0">
                                  <a:latin typeface="Cambria Math" panose="02040503050406030204" pitchFamily="18" charset="0"/>
                                </a:rPr>
                              </m:ctrlPr>
                            </m:sSubSupPr>
                            <m:e>
                              <m:r>
                                <a:rPr lang="hu-HU" i="1">
                                  <a:latin typeface="Cambria Math" panose="02040503050406030204" pitchFamily="18" charset="0"/>
                                </a:rPr>
                                <m:t>𝑠</m:t>
                              </m:r>
                            </m:e>
                            <m:sub>
                              <m:r>
                                <a:rPr lang="hu-HU" i="1">
                                  <a:latin typeface="Cambria Math" panose="02040503050406030204" pitchFamily="18" charset="0"/>
                                </a:rPr>
                                <m:t>𝑛</m:t>
                              </m:r>
                            </m:sub>
                            <m:sup>
                              <m:r>
                                <a:rPr lang="hu-HU" i="1">
                                  <a:latin typeface="Cambria Math" panose="02040503050406030204" pitchFamily="18" charset="0"/>
                                </a:rPr>
                                <m:t>∗</m:t>
                              </m:r>
                            </m:sup>
                          </m:sSubSup>
                        </m:e>
                        <m:sup>
                          <m:r>
                            <a:rPr lang="hu-HU" b="0" i="1" smtClean="0">
                              <a:latin typeface="Cambria Math" panose="02040503050406030204" pitchFamily="18" charset="0"/>
                            </a:rPr>
                            <m:t>2</m:t>
                          </m:r>
                        </m:sup>
                      </m:sSup>
                      <m:r>
                        <a:rPr lang="hu-HU" b="0" i="1" smtClean="0">
                          <a:latin typeface="Cambria Math" panose="02040503050406030204" pitchFamily="18" charset="0"/>
                        </a:rPr>
                        <m:t>=</m:t>
                      </m:r>
                      <m:f>
                        <m:fPr>
                          <m:ctrlPr>
                            <a:rPr lang="hu-HU" i="1" smtClean="0">
                              <a:latin typeface="Cambria Math" panose="02040503050406030204" pitchFamily="18" charset="0"/>
                            </a:rPr>
                          </m:ctrlPr>
                        </m:fPr>
                        <m:num>
                          <m:r>
                            <a:rPr lang="hu-HU" b="0" i="1" smtClean="0">
                              <a:latin typeface="Cambria Math" panose="02040503050406030204" pitchFamily="18" charset="0"/>
                            </a:rPr>
                            <m:t>1</m:t>
                          </m:r>
                        </m:num>
                        <m:den>
                          <m:r>
                            <a:rPr lang="hu-HU" b="0" i="1" smtClean="0">
                              <a:latin typeface="Cambria Math" panose="02040503050406030204" pitchFamily="18" charset="0"/>
                            </a:rPr>
                            <m:t>𝑛</m:t>
                          </m:r>
                          <m:r>
                            <a:rPr lang="hu-HU" b="0" i="1" smtClean="0">
                              <a:latin typeface="Cambria Math" panose="02040503050406030204" pitchFamily="18" charset="0"/>
                            </a:rPr>
                            <m:t>−1</m:t>
                          </m:r>
                        </m:den>
                      </m:f>
                      <m:nary>
                        <m:naryPr>
                          <m:chr m:val="∑"/>
                          <m:ctrlPr>
                            <a:rPr lang="hu-HU" i="1" smtClean="0">
                              <a:latin typeface="Cambria Math" panose="02040503050406030204" pitchFamily="18" charset="0"/>
                            </a:rPr>
                          </m:ctrlPr>
                        </m:naryPr>
                        <m:sub>
                          <m:r>
                            <a:rPr lang="hu-HU" b="0" i="1" smtClean="0">
                              <a:latin typeface="Cambria Math" panose="02040503050406030204" pitchFamily="18" charset="0"/>
                            </a:rPr>
                            <m:t>𝑘</m:t>
                          </m:r>
                          <m:r>
                            <a:rPr lang="hu-HU" b="0" i="1" smtClean="0">
                              <a:latin typeface="Cambria Math" panose="02040503050406030204" pitchFamily="18" charset="0"/>
                            </a:rPr>
                            <m:t>=1</m:t>
                          </m:r>
                        </m:sub>
                        <m:sup>
                          <m:r>
                            <a:rPr lang="hu-HU" b="0" i="1" smtClean="0">
                              <a:latin typeface="Cambria Math" panose="02040503050406030204" pitchFamily="18" charset="0"/>
                            </a:rPr>
                            <m:t>𝑛</m:t>
                          </m:r>
                        </m:sup>
                        <m:e>
                          <m:sSup>
                            <m:sSupPr>
                              <m:ctrlPr>
                                <a:rPr lang="hu-HU" i="1" smtClean="0">
                                  <a:latin typeface="Cambria Math" panose="02040503050406030204" pitchFamily="18" charset="0"/>
                                </a:rPr>
                              </m:ctrlPr>
                            </m:sSupPr>
                            <m:e>
                              <m:d>
                                <m:dPr>
                                  <m:ctrlPr>
                                    <a:rPr lang="hu-HU" i="1" smtClean="0">
                                      <a:latin typeface="Cambria Math" panose="02040503050406030204" pitchFamily="18" charset="0"/>
                                    </a:rPr>
                                  </m:ctrlPr>
                                </m:dPr>
                                <m:e>
                                  <m:sSub>
                                    <m:sSubPr>
                                      <m:ctrlPr>
                                        <a:rPr lang="hu-HU" i="1" smtClean="0">
                                          <a:latin typeface="Cambria Math" panose="02040503050406030204" pitchFamily="18" charset="0"/>
                                        </a:rPr>
                                      </m:ctrlPr>
                                    </m:sSubPr>
                                    <m:e>
                                      <m:r>
                                        <a:rPr lang="hu-HU" b="0" i="1" smtClean="0">
                                          <a:latin typeface="Cambria Math" panose="02040503050406030204" pitchFamily="18" charset="0"/>
                                        </a:rPr>
                                        <m:t>𝑥</m:t>
                                      </m:r>
                                    </m:e>
                                    <m:sub>
                                      <m:r>
                                        <a:rPr lang="hu-HU" b="0" i="1" smtClean="0">
                                          <a:latin typeface="Cambria Math" panose="02040503050406030204" pitchFamily="18" charset="0"/>
                                        </a:rPr>
                                        <m:t>𝑖</m:t>
                                      </m:r>
                                    </m:sub>
                                  </m:sSub>
                                  <m:r>
                                    <a:rPr lang="hu-HU" b="0" i="1" smtClean="0">
                                      <a:latin typeface="Cambria Math" panose="02040503050406030204" pitchFamily="18" charset="0"/>
                                    </a:rPr>
                                    <m:t>−</m:t>
                                  </m:r>
                                  <m:bar>
                                    <m:barPr>
                                      <m:pos m:val="top"/>
                                      <m:ctrlPr>
                                        <a:rPr lang="hu-HU" i="1">
                                          <a:latin typeface="Cambria Math" panose="02040503050406030204" pitchFamily="18" charset="0"/>
                                        </a:rPr>
                                      </m:ctrlPr>
                                    </m:barPr>
                                    <m:e>
                                      <m:r>
                                        <a:rPr lang="hu-HU" b="0" i="1">
                                          <a:latin typeface="Cambria Math" panose="02040503050406030204" pitchFamily="18" charset="0"/>
                                        </a:rPr>
                                        <m:t>𝑥</m:t>
                                      </m:r>
                                    </m:e>
                                  </m:bar>
                                </m:e>
                              </m:d>
                            </m:e>
                            <m:sup>
                              <m:r>
                                <a:rPr lang="hu-HU" b="0" i="1" smtClean="0">
                                  <a:latin typeface="Cambria Math" panose="02040503050406030204" pitchFamily="18" charset="0"/>
                                </a:rPr>
                                <m:t>2</m:t>
                              </m:r>
                            </m:sup>
                          </m:sSup>
                        </m:e>
                      </m:nary>
                      <m:r>
                        <a:rPr lang="hu-HU" b="0" i="1" smtClean="0">
                          <a:latin typeface="Cambria Math" panose="02040503050406030204" pitchFamily="18" charset="0"/>
                        </a:rPr>
                        <m:t>=</m:t>
                      </m:r>
                      <m:f>
                        <m:fPr>
                          <m:ctrlPr>
                            <a:rPr lang="hu-HU" b="0" i="1" smtClean="0">
                              <a:latin typeface="Cambria Math" panose="02040503050406030204" pitchFamily="18" charset="0"/>
                            </a:rPr>
                          </m:ctrlPr>
                        </m:fPr>
                        <m:num>
                          <m:r>
                            <a:rPr lang="hu-HU" b="0" i="1" smtClean="0">
                              <a:latin typeface="Cambria Math" panose="02040503050406030204" pitchFamily="18" charset="0"/>
                            </a:rPr>
                            <m:t>1</m:t>
                          </m:r>
                        </m:num>
                        <m:den>
                          <m:r>
                            <a:rPr lang="hu-HU" b="0" i="1" smtClean="0">
                              <a:latin typeface="Cambria Math" panose="02040503050406030204" pitchFamily="18" charset="0"/>
                            </a:rPr>
                            <m:t>𝑛</m:t>
                          </m:r>
                          <m:r>
                            <a:rPr lang="hu-HU" b="0" i="1" smtClean="0">
                              <a:latin typeface="Cambria Math" panose="02040503050406030204" pitchFamily="18" charset="0"/>
                            </a:rPr>
                            <m:t>−1</m:t>
                          </m:r>
                        </m:den>
                      </m:f>
                      <m:d>
                        <m:dPr>
                          <m:ctrlPr>
                            <a:rPr lang="hu-HU" b="0" i="1" smtClean="0">
                              <a:latin typeface="Cambria Math" panose="02040503050406030204" pitchFamily="18" charset="0"/>
                            </a:rPr>
                          </m:ctrlPr>
                        </m:dPr>
                        <m:e>
                          <m:nary>
                            <m:naryPr>
                              <m:chr m:val="∑"/>
                              <m:subHide m:val="on"/>
                              <m:supHide m:val="on"/>
                              <m:ctrlPr>
                                <a:rPr lang="hu-HU" b="0" i="1" smtClean="0">
                                  <a:latin typeface="Cambria Math" panose="02040503050406030204" pitchFamily="18" charset="0"/>
                                </a:rPr>
                              </m:ctrlPr>
                            </m:naryPr>
                            <m:sub/>
                            <m:sup/>
                            <m:e>
                              <m:sSubSup>
                                <m:sSubSupPr>
                                  <m:ctrlPr>
                                    <a:rPr lang="hu-HU" b="0" i="1" smtClean="0">
                                      <a:latin typeface="Cambria Math" panose="02040503050406030204" pitchFamily="18" charset="0"/>
                                    </a:rPr>
                                  </m:ctrlPr>
                                </m:sSubSupPr>
                                <m:e>
                                  <m:r>
                                    <a:rPr lang="hu-HU" b="0" i="1" smtClean="0">
                                      <a:latin typeface="Cambria Math" panose="02040503050406030204" pitchFamily="18" charset="0"/>
                                    </a:rPr>
                                    <m:t>𝑥</m:t>
                                  </m:r>
                                </m:e>
                                <m:sub>
                                  <m:r>
                                    <a:rPr lang="hu-HU" b="0" i="1" smtClean="0">
                                      <a:latin typeface="Cambria Math" panose="02040503050406030204" pitchFamily="18" charset="0"/>
                                    </a:rPr>
                                    <m:t>𝑖</m:t>
                                  </m:r>
                                </m:sub>
                                <m:sup>
                                  <m:r>
                                    <a:rPr lang="hu-HU" b="0" i="1" smtClean="0">
                                      <a:latin typeface="Cambria Math" panose="02040503050406030204" pitchFamily="18" charset="0"/>
                                    </a:rPr>
                                    <m:t>2</m:t>
                                  </m:r>
                                </m:sup>
                              </m:sSubSup>
                              <m:r>
                                <a:rPr lang="hu-HU" b="0" i="1" smtClean="0">
                                  <a:latin typeface="Cambria Math" panose="02040503050406030204" pitchFamily="18" charset="0"/>
                                </a:rPr>
                                <m:t>−</m:t>
                              </m:r>
                              <m:r>
                                <a:rPr lang="hu-HU" b="0" i="1" smtClean="0">
                                  <a:latin typeface="Cambria Math" panose="02040503050406030204" pitchFamily="18" charset="0"/>
                                </a:rPr>
                                <m:t>𝑛</m:t>
                              </m:r>
                              <m:sSup>
                                <m:sSupPr>
                                  <m:ctrlPr>
                                    <a:rPr lang="hu-HU" b="0" i="1" smtClean="0">
                                      <a:latin typeface="Cambria Math" panose="02040503050406030204" pitchFamily="18" charset="0"/>
                                    </a:rPr>
                                  </m:ctrlPr>
                                </m:sSupPr>
                                <m:e>
                                  <m:bar>
                                    <m:barPr>
                                      <m:pos m:val="top"/>
                                      <m:ctrlPr>
                                        <a:rPr lang="hu-HU" i="1">
                                          <a:latin typeface="Cambria Math" panose="02040503050406030204" pitchFamily="18" charset="0"/>
                                        </a:rPr>
                                      </m:ctrlPr>
                                    </m:barPr>
                                    <m:e>
                                      <m:r>
                                        <a:rPr lang="hu-HU" i="1">
                                          <a:latin typeface="Cambria Math" panose="02040503050406030204" pitchFamily="18" charset="0"/>
                                        </a:rPr>
                                        <m:t>𝑥</m:t>
                                      </m:r>
                                    </m:e>
                                  </m:bar>
                                </m:e>
                                <m:sup>
                                  <m:r>
                                    <a:rPr lang="hu-HU" b="0" i="1" smtClean="0">
                                      <a:latin typeface="Cambria Math" panose="02040503050406030204" pitchFamily="18" charset="0"/>
                                    </a:rPr>
                                    <m:t>2</m:t>
                                  </m:r>
                                </m:sup>
                              </m:sSup>
                            </m:e>
                          </m:nary>
                        </m:e>
                      </m:d>
                      <m:r>
                        <a:rPr lang="hu-HU" b="0" i="1" smtClean="0">
                          <a:latin typeface="Cambria Math" panose="02040503050406030204" pitchFamily="18" charset="0"/>
                          <a:ea typeface="Cambria Math" panose="02040503050406030204" pitchFamily="18" charset="0"/>
                        </a:rPr>
                        <m:t>≈6.29</m:t>
                      </m:r>
                    </m:oMath>
                  </m:oMathPara>
                </a14:m>
                <a:endParaRPr lang="hu-HU" dirty="0"/>
              </a:p>
            </p:txBody>
          </p:sp>
        </mc:Choice>
        <mc:Fallback xmlns="">
          <p:sp>
            <p:nvSpPr>
              <p:cNvPr id="9" name="Szövegdoboz 8">
                <a:extLst>
                  <a:ext uri="{FF2B5EF4-FFF2-40B4-BE49-F238E27FC236}">
                    <a16:creationId xmlns:a16="http://schemas.microsoft.com/office/drawing/2014/main" id="{56218814-ED19-4568-93FE-7835B15DAAB7}"/>
                  </a:ext>
                </a:extLst>
              </p:cNvPr>
              <p:cNvSpPr txBox="1">
                <a:spLocks noRot="1" noChangeAspect="1" noMove="1" noResize="1" noEditPoints="1" noAdjustHandles="1" noChangeArrowheads="1" noChangeShapeType="1" noTextEdit="1"/>
              </p:cNvSpPr>
              <p:nvPr/>
            </p:nvSpPr>
            <p:spPr>
              <a:xfrm>
                <a:off x="822956" y="3064421"/>
                <a:ext cx="5737235" cy="848502"/>
              </a:xfrm>
              <a:prstGeom prst="rect">
                <a:avLst/>
              </a:prstGeom>
              <a:blipFill>
                <a:blip r:embed="rId5"/>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0" name="Szövegdoboz 9">
                <a:extLst>
                  <a:ext uri="{FF2B5EF4-FFF2-40B4-BE49-F238E27FC236}">
                    <a16:creationId xmlns:a16="http://schemas.microsoft.com/office/drawing/2014/main" id="{A42BD1FE-0237-41F9-8E34-0809E2168D82}"/>
                  </a:ext>
                </a:extLst>
              </p:cNvPr>
              <p:cNvSpPr txBox="1"/>
              <p:nvPr/>
            </p:nvSpPr>
            <p:spPr>
              <a:xfrm>
                <a:off x="7626430" y="3244334"/>
                <a:ext cx="114006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hu-HU" i="1" smtClean="0">
                              <a:latin typeface="Cambria Math" panose="02040503050406030204" pitchFamily="18" charset="0"/>
                            </a:rPr>
                          </m:ctrlPr>
                        </m:sSubSupPr>
                        <m:e>
                          <m:r>
                            <a:rPr lang="hu-HU" i="1">
                              <a:latin typeface="Cambria Math" panose="02040503050406030204" pitchFamily="18" charset="0"/>
                            </a:rPr>
                            <m:t>𝑠</m:t>
                          </m:r>
                        </m:e>
                        <m:sub>
                          <m:r>
                            <a:rPr lang="hu-HU" i="1">
                              <a:latin typeface="Cambria Math" panose="02040503050406030204" pitchFamily="18" charset="0"/>
                            </a:rPr>
                            <m:t>𝑛</m:t>
                          </m:r>
                        </m:sub>
                        <m:sup>
                          <m:r>
                            <a:rPr lang="hu-HU" i="1">
                              <a:latin typeface="Cambria Math" panose="02040503050406030204" pitchFamily="18" charset="0"/>
                            </a:rPr>
                            <m:t>∗</m:t>
                          </m:r>
                        </m:sup>
                      </m:sSubSup>
                      <m:r>
                        <a:rPr lang="hu-HU" b="0" i="1" smtClean="0">
                          <a:latin typeface="Cambria Math" panose="02040503050406030204" pitchFamily="18" charset="0"/>
                          <a:ea typeface="Cambria Math" panose="02040503050406030204" pitchFamily="18" charset="0"/>
                        </a:rPr>
                        <m:t>≈2.51</m:t>
                      </m:r>
                    </m:oMath>
                  </m:oMathPara>
                </a14:m>
                <a:endParaRPr lang="hu-HU" dirty="0"/>
              </a:p>
            </p:txBody>
          </p:sp>
        </mc:Choice>
        <mc:Fallback xmlns="">
          <p:sp>
            <p:nvSpPr>
              <p:cNvPr id="10" name="Szövegdoboz 9">
                <a:extLst>
                  <a:ext uri="{FF2B5EF4-FFF2-40B4-BE49-F238E27FC236}">
                    <a16:creationId xmlns:a16="http://schemas.microsoft.com/office/drawing/2014/main" id="{A42BD1FE-0237-41F9-8E34-0809E2168D82}"/>
                  </a:ext>
                </a:extLst>
              </p:cNvPr>
              <p:cNvSpPr txBox="1">
                <a:spLocks noRot="1" noChangeAspect="1" noMove="1" noResize="1" noEditPoints="1" noAdjustHandles="1" noChangeArrowheads="1" noChangeShapeType="1" noTextEdit="1"/>
              </p:cNvSpPr>
              <p:nvPr/>
            </p:nvSpPr>
            <p:spPr>
              <a:xfrm>
                <a:off x="7626430" y="3244334"/>
                <a:ext cx="1140066" cy="369332"/>
              </a:xfrm>
              <a:prstGeom prst="rect">
                <a:avLst/>
              </a:prstGeom>
              <a:blipFill>
                <a:blip r:embed="rId6"/>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2" name="Szövegdoboz 11">
                <a:extLst>
                  <a:ext uri="{FF2B5EF4-FFF2-40B4-BE49-F238E27FC236}">
                    <a16:creationId xmlns:a16="http://schemas.microsoft.com/office/drawing/2014/main" id="{A54DBD78-3DB3-4CF2-A3CB-0AB354E97B62}"/>
                  </a:ext>
                </a:extLst>
              </p:cNvPr>
              <p:cNvSpPr txBox="1"/>
              <p:nvPr/>
            </p:nvSpPr>
            <p:spPr>
              <a:xfrm>
                <a:off x="817417" y="4151852"/>
                <a:ext cx="2593787" cy="526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b="0" i="1" smtClean="0">
                          <a:latin typeface="Cambria Math" panose="02040503050406030204" pitchFamily="18" charset="0"/>
                        </a:rPr>
                        <m:t>𝑡</m:t>
                      </m:r>
                      <m:r>
                        <a:rPr lang="hu-HU" b="0" i="1" smtClean="0">
                          <a:latin typeface="Cambria Math" panose="02040503050406030204" pitchFamily="18" charset="0"/>
                        </a:rPr>
                        <m:t>=</m:t>
                      </m:r>
                      <m:f>
                        <m:fPr>
                          <m:ctrlPr>
                            <a:rPr lang="hu-HU" b="0" i="1" smtClean="0">
                              <a:latin typeface="Cambria Math" panose="02040503050406030204" pitchFamily="18" charset="0"/>
                            </a:rPr>
                          </m:ctrlPr>
                        </m:fPr>
                        <m:num>
                          <m:r>
                            <a:rPr lang="hu-HU" b="0" i="1" smtClean="0">
                              <a:latin typeface="Cambria Math" panose="02040503050406030204" pitchFamily="18" charset="0"/>
                            </a:rPr>
                            <m:t>62.54−60</m:t>
                          </m:r>
                        </m:num>
                        <m:den>
                          <m:r>
                            <a:rPr lang="hu-HU" b="0" i="1" smtClean="0">
                              <a:latin typeface="Cambria Math" panose="02040503050406030204" pitchFamily="18" charset="0"/>
                            </a:rPr>
                            <m:t>2.51</m:t>
                          </m:r>
                        </m:den>
                      </m:f>
                      <m:rad>
                        <m:radPr>
                          <m:degHide m:val="on"/>
                          <m:ctrlPr>
                            <a:rPr lang="hu-HU" b="0" i="1" smtClean="0">
                              <a:latin typeface="Cambria Math" panose="02040503050406030204" pitchFamily="18" charset="0"/>
                            </a:rPr>
                          </m:ctrlPr>
                        </m:radPr>
                        <m:deg/>
                        <m:e>
                          <m:r>
                            <a:rPr lang="hu-HU" b="0" i="1" smtClean="0">
                              <a:latin typeface="Cambria Math" panose="02040503050406030204" pitchFamily="18" charset="0"/>
                            </a:rPr>
                            <m:t>10</m:t>
                          </m:r>
                        </m:e>
                      </m:rad>
                      <m:r>
                        <a:rPr lang="hu-HU" b="0" i="1" smtClean="0">
                          <a:latin typeface="Cambria Math" panose="02040503050406030204" pitchFamily="18" charset="0"/>
                          <a:ea typeface="Cambria Math" panose="02040503050406030204" pitchFamily="18" charset="0"/>
                        </a:rPr>
                        <m:t>≈3.2</m:t>
                      </m:r>
                    </m:oMath>
                  </m:oMathPara>
                </a14:m>
                <a:endParaRPr lang="hu-HU" dirty="0"/>
              </a:p>
            </p:txBody>
          </p:sp>
        </mc:Choice>
        <mc:Fallback xmlns="">
          <p:sp>
            <p:nvSpPr>
              <p:cNvPr id="12" name="Szövegdoboz 11">
                <a:extLst>
                  <a:ext uri="{FF2B5EF4-FFF2-40B4-BE49-F238E27FC236}">
                    <a16:creationId xmlns:a16="http://schemas.microsoft.com/office/drawing/2014/main" id="{A54DBD78-3DB3-4CF2-A3CB-0AB354E97B62}"/>
                  </a:ext>
                </a:extLst>
              </p:cNvPr>
              <p:cNvSpPr txBox="1">
                <a:spLocks noRot="1" noChangeAspect="1" noMove="1" noResize="1" noEditPoints="1" noAdjustHandles="1" noChangeArrowheads="1" noChangeShapeType="1" noTextEdit="1"/>
              </p:cNvSpPr>
              <p:nvPr/>
            </p:nvSpPr>
            <p:spPr>
              <a:xfrm>
                <a:off x="817417" y="4151852"/>
                <a:ext cx="2593787" cy="526041"/>
              </a:xfrm>
              <a:prstGeom prst="rect">
                <a:avLst/>
              </a:prstGeom>
              <a:blipFill>
                <a:blip r:embed="rId7"/>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6" name="Szövegdoboz 15">
                <a:extLst>
                  <a:ext uri="{FF2B5EF4-FFF2-40B4-BE49-F238E27FC236}">
                    <a16:creationId xmlns:a16="http://schemas.microsoft.com/office/drawing/2014/main" id="{51040F1E-8A37-44C5-A561-E1D632E8F637}"/>
                  </a:ext>
                </a:extLst>
              </p:cNvPr>
              <p:cNvSpPr txBox="1"/>
              <p:nvPr/>
            </p:nvSpPr>
            <p:spPr>
              <a:xfrm>
                <a:off x="823253" y="4915509"/>
                <a:ext cx="9319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b="0" i="1" smtClean="0">
                          <a:latin typeface="Cambria Math" panose="02040503050406030204" pitchFamily="18" charset="0"/>
                        </a:rPr>
                        <m:t>𝛼</m:t>
                      </m:r>
                      <m:r>
                        <a:rPr lang="hu-HU" b="0" i="1" smtClean="0">
                          <a:latin typeface="Cambria Math" panose="02040503050406030204" pitchFamily="18" charset="0"/>
                        </a:rPr>
                        <m:t>=0.05</m:t>
                      </m:r>
                    </m:oMath>
                  </m:oMathPara>
                </a14:m>
                <a:endParaRPr lang="hu-HU" dirty="0"/>
              </a:p>
            </p:txBody>
          </p:sp>
        </mc:Choice>
        <mc:Fallback xmlns="">
          <p:sp>
            <p:nvSpPr>
              <p:cNvPr id="16" name="Szövegdoboz 15">
                <a:extLst>
                  <a:ext uri="{FF2B5EF4-FFF2-40B4-BE49-F238E27FC236}">
                    <a16:creationId xmlns:a16="http://schemas.microsoft.com/office/drawing/2014/main" id="{51040F1E-8A37-44C5-A561-E1D632E8F637}"/>
                  </a:ext>
                </a:extLst>
              </p:cNvPr>
              <p:cNvSpPr txBox="1">
                <a:spLocks noRot="1" noChangeAspect="1" noMove="1" noResize="1" noEditPoints="1" noAdjustHandles="1" noChangeArrowheads="1" noChangeShapeType="1" noTextEdit="1"/>
              </p:cNvSpPr>
              <p:nvPr/>
            </p:nvSpPr>
            <p:spPr>
              <a:xfrm>
                <a:off x="823253" y="4915509"/>
                <a:ext cx="931922" cy="276999"/>
              </a:xfrm>
              <a:prstGeom prst="rect">
                <a:avLst/>
              </a:prstGeom>
              <a:blipFill>
                <a:blip r:embed="rId8"/>
                <a:stretch>
                  <a:fillRect l="-3268" r="-6536" b="-6522"/>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7" name="Szövegdoboz 16">
                <a:extLst>
                  <a:ext uri="{FF2B5EF4-FFF2-40B4-BE49-F238E27FC236}">
                    <a16:creationId xmlns:a16="http://schemas.microsoft.com/office/drawing/2014/main" id="{04AC9686-2B1D-4D89-ADAF-CCA00319AB15}"/>
                  </a:ext>
                </a:extLst>
              </p:cNvPr>
              <p:cNvSpPr txBox="1"/>
              <p:nvPr/>
            </p:nvSpPr>
            <p:spPr>
              <a:xfrm>
                <a:off x="2099643" y="4869438"/>
                <a:ext cx="957250" cy="369140"/>
              </a:xfrm>
              <a:prstGeom prst="rect">
                <a:avLst/>
              </a:prstGeom>
              <a:noFill/>
            </p:spPr>
            <p:txBody>
              <a:bodyPr wrap="none" lIns="0" tIns="0" rIns="0" bIns="0" rtlCol="0">
                <a:spAutoFit/>
              </a:bodyPr>
              <a:lstStyle/>
              <a:p>
                <a14:m>
                  <m:oMath xmlns:m="http://schemas.openxmlformats.org/officeDocument/2006/math">
                    <m:f>
                      <m:fPr>
                        <m:ctrlPr>
                          <a:rPr lang="hu-HU" b="0" i="1" smtClean="0">
                            <a:latin typeface="Cambria Math" panose="02040503050406030204" pitchFamily="18" charset="0"/>
                          </a:rPr>
                        </m:ctrlPr>
                      </m:fPr>
                      <m:num>
                        <m:r>
                          <a:rPr lang="hu-HU" b="0" i="1" smtClean="0">
                            <a:latin typeface="Cambria Math" panose="02040503050406030204" pitchFamily="18" charset="0"/>
                          </a:rPr>
                          <m:t>𝛼</m:t>
                        </m:r>
                      </m:num>
                      <m:den>
                        <m:r>
                          <a:rPr lang="hu-HU" b="0" i="1" smtClean="0">
                            <a:latin typeface="Cambria Math" panose="02040503050406030204" pitchFamily="18" charset="0"/>
                          </a:rPr>
                          <m:t>2</m:t>
                        </m:r>
                      </m:den>
                    </m:f>
                    <m:r>
                      <a:rPr lang="hu-HU" b="0" i="1" smtClean="0">
                        <a:latin typeface="Cambria Math" panose="02040503050406030204" pitchFamily="18" charset="0"/>
                      </a:rPr>
                      <m:t>=0.0</m:t>
                    </m:r>
                  </m:oMath>
                </a14:m>
                <a:r>
                  <a:rPr lang="hu-HU" dirty="0"/>
                  <a:t>25</a:t>
                </a:r>
              </a:p>
            </p:txBody>
          </p:sp>
        </mc:Choice>
        <mc:Fallback xmlns="">
          <p:sp>
            <p:nvSpPr>
              <p:cNvPr id="17" name="Szövegdoboz 16">
                <a:extLst>
                  <a:ext uri="{FF2B5EF4-FFF2-40B4-BE49-F238E27FC236}">
                    <a16:creationId xmlns:a16="http://schemas.microsoft.com/office/drawing/2014/main" id="{04AC9686-2B1D-4D89-ADAF-CCA00319AB15}"/>
                  </a:ext>
                </a:extLst>
              </p:cNvPr>
              <p:cNvSpPr txBox="1">
                <a:spLocks noRot="1" noChangeAspect="1" noMove="1" noResize="1" noEditPoints="1" noAdjustHandles="1" noChangeArrowheads="1" noChangeShapeType="1" noTextEdit="1"/>
              </p:cNvSpPr>
              <p:nvPr/>
            </p:nvSpPr>
            <p:spPr>
              <a:xfrm>
                <a:off x="2099643" y="4869438"/>
                <a:ext cx="957250" cy="369140"/>
              </a:xfrm>
              <a:prstGeom prst="rect">
                <a:avLst/>
              </a:prstGeom>
              <a:blipFill>
                <a:blip r:embed="rId9"/>
                <a:stretch>
                  <a:fillRect l="-5096" t="-11667" r="-14013" b="-23333"/>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8" name="Szövegdoboz 17">
                <a:extLst>
                  <a:ext uri="{FF2B5EF4-FFF2-40B4-BE49-F238E27FC236}">
                    <a16:creationId xmlns:a16="http://schemas.microsoft.com/office/drawing/2014/main" id="{918736B2-D152-4AC8-BDAF-6E1CAC8B1DBD}"/>
                  </a:ext>
                </a:extLst>
              </p:cNvPr>
              <p:cNvSpPr txBox="1"/>
              <p:nvPr/>
            </p:nvSpPr>
            <p:spPr>
              <a:xfrm>
                <a:off x="817417" y="5192508"/>
                <a:ext cx="2239476" cy="4929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hu-HU" b="0" i="1" smtClean="0">
                              <a:latin typeface="Cambria Math" panose="02040503050406030204" pitchFamily="18" charset="0"/>
                            </a:rPr>
                          </m:ctrlPr>
                        </m:sSubPr>
                        <m:e>
                          <m:r>
                            <a:rPr lang="hu-HU" b="0" i="1" smtClean="0">
                              <a:latin typeface="Cambria Math" panose="02040503050406030204" pitchFamily="18" charset="0"/>
                            </a:rPr>
                            <m:t>𝑡</m:t>
                          </m:r>
                        </m:e>
                        <m:sub>
                          <m:r>
                            <a:rPr lang="hu-HU" b="0" i="1" smtClean="0">
                              <a:latin typeface="Cambria Math" panose="02040503050406030204" pitchFamily="18" charset="0"/>
                            </a:rPr>
                            <m:t>1−</m:t>
                          </m:r>
                          <m:f>
                            <m:fPr>
                              <m:ctrlPr>
                                <a:rPr lang="hu-HU" i="1">
                                  <a:latin typeface="Cambria Math" panose="02040503050406030204" pitchFamily="18" charset="0"/>
                                </a:rPr>
                              </m:ctrlPr>
                            </m:fPr>
                            <m:num>
                              <m:r>
                                <a:rPr lang="hu-HU" i="1">
                                  <a:latin typeface="Cambria Math" panose="02040503050406030204" pitchFamily="18" charset="0"/>
                                </a:rPr>
                                <m:t>𝛼</m:t>
                              </m:r>
                            </m:num>
                            <m:den>
                              <m:r>
                                <a:rPr lang="hu-HU" i="1">
                                  <a:latin typeface="Cambria Math" panose="02040503050406030204" pitchFamily="18" charset="0"/>
                                </a:rPr>
                                <m:t>2</m:t>
                              </m:r>
                            </m:den>
                          </m:f>
                        </m:sub>
                      </m:sSub>
                      <m:r>
                        <a:rPr lang="hu-HU" b="0" i="1" smtClean="0">
                          <a:latin typeface="Cambria Math" panose="02040503050406030204" pitchFamily="18" charset="0"/>
                        </a:rPr>
                        <m:t>=2.2622</m:t>
                      </m:r>
                    </m:oMath>
                  </m:oMathPara>
                </a14:m>
                <a:endParaRPr lang="hu-HU" dirty="0"/>
              </a:p>
            </p:txBody>
          </p:sp>
        </mc:Choice>
        <mc:Fallback xmlns="">
          <p:sp>
            <p:nvSpPr>
              <p:cNvPr id="18" name="Szövegdoboz 17">
                <a:extLst>
                  <a:ext uri="{FF2B5EF4-FFF2-40B4-BE49-F238E27FC236}">
                    <a16:creationId xmlns:a16="http://schemas.microsoft.com/office/drawing/2014/main" id="{918736B2-D152-4AC8-BDAF-6E1CAC8B1DBD}"/>
                  </a:ext>
                </a:extLst>
              </p:cNvPr>
              <p:cNvSpPr txBox="1">
                <a:spLocks noRot="1" noChangeAspect="1" noMove="1" noResize="1" noEditPoints="1" noAdjustHandles="1" noChangeArrowheads="1" noChangeShapeType="1" noTextEdit="1"/>
              </p:cNvSpPr>
              <p:nvPr/>
            </p:nvSpPr>
            <p:spPr>
              <a:xfrm>
                <a:off x="817417" y="5192508"/>
                <a:ext cx="2239476" cy="492955"/>
              </a:xfrm>
              <a:prstGeom prst="rect">
                <a:avLst/>
              </a:prstGeom>
              <a:blipFill>
                <a:blip r:embed="rId10"/>
                <a:stretch>
                  <a:fillRect b="-2469"/>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9" name="Szövegdoboz 18">
                <a:extLst>
                  <a:ext uri="{FF2B5EF4-FFF2-40B4-BE49-F238E27FC236}">
                    <a16:creationId xmlns:a16="http://schemas.microsoft.com/office/drawing/2014/main" id="{53DA1013-BB82-48B4-ADD7-3240A482673B}"/>
                  </a:ext>
                </a:extLst>
              </p:cNvPr>
              <p:cNvSpPr txBox="1"/>
              <p:nvPr/>
            </p:nvSpPr>
            <p:spPr>
              <a:xfrm>
                <a:off x="327259" y="5865577"/>
                <a:ext cx="1210918" cy="40062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hu-HU" b="0" i="1" smtClean="0">
                              <a:latin typeface="Cambria Math" panose="02040503050406030204" pitchFamily="18" charset="0"/>
                            </a:rPr>
                          </m:ctrlPr>
                        </m:dPr>
                        <m:e>
                          <m:r>
                            <a:rPr lang="hu-HU" b="0" i="1" smtClean="0">
                              <a:latin typeface="Cambria Math" panose="02040503050406030204" pitchFamily="18" charset="0"/>
                            </a:rPr>
                            <m:t>𝑡</m:t>
                          </m:r>
                        </m:e>
                      </m:d>
                      <m:r>
                        <a:rPr lang="hu-HU" b="0" i="1" smtClean="0">
                          <a:latin typeface="Cambria Math" panose="02040503050406030204" pitchFamily="18" charset="0"/>
                        </a:rPr>
                        <m:t>&gt;</m:t>
                      </m:r>
                      <m:sSub>
                        <m:sSubPr>
                          <m:ctrlPr>
                            <a:rPr lang="hu-HU" b="0" i="1" smtClean="0">
                              <a:latin typeface="Cambria Math" panose="02040503050406030204" pitchFamily="18" charset="0"/>
                            </a:rPr>
                          </m:ctrlPr>
                        </m:sSubPr>
                        <m:e>
                          <m:r>
                            <a:rPr lang="hu-HU" b="0" i="1" smtClean="0">
                              <a:latin typeface="Cambria Math" panose="02040503050406030204" pitchFamily="18" charset="0"/>
                            </a:rPr>
                            <m:t>𝑡</m:t>
                          </m:r>
                        </m:e>
                        <m:sub>
                          <m:r>
                            <a:rPr lang="hu-HU" b="0" i="1" smtClean="0">
                              <a:latin typeface="Cambria Math" panose="02040503050406030204" pitchFamily="18" charset="0"/>
                            </a:rPr>
                            <m:t>1−</m:t>
                          </m:r>
                          <m:f>
                            <m:fPr>
                              <m:ctrlPr>
                                <a:rPr lang="hu-HU" b="0" i="1" smtClean="0">
                                  <a:latin typeface="Cambria Math" panose="02040503050406030204" pitchFamily="18" charset="0"/>
                                </a:rPr>
                              </m:ctrlPr>
                            </m:fPr>
                            <m:num>
                              <m:r>
                                <a:rPr lang="hu-HU" b="0" i="1" smtClean="0">
                                  <a:latin typeface="Cambria Math" panose="02040503050406030204" pitchFamily="18" charset="0"/>
                                </a:rPr>
                                <m:t>𝛼</m:t>
                              </m:r>
                            </m:num>
                            <m:den>
                              <m:r>
                                <a:rPr lang="hu-HU" b="0" i="1" smtClean="0">
                                  <a:latin typeface="Cambria Math" panose="02040503050406030204" pitchFamily="18" charset="0"/>
                                </a:rPr>
                                <m:t>2</m:t>
                              </m:r>
                            </m:den>
                          </m:f>
                        </m:sub>
                      </m:sSub>
                    </m:oMath>
                  </m:oMathPara>
                </a14:m>
                <a:endParaRPr lang="hu-HU" dirty="0"/>
              </a:p>
            </p:txBody>
          </p:sp>
        </mc:Choice>
        <mc:Fallback xmlns="">
          <p:sp>
            <p:nvSpPr>
              <p:cNvPr id="19" name="Szövegdoboz 18">
                <a:extLst>
                  <a:ext uri="{FF2B5EF4-FFF2-40B4-BE49-F238E27FC236}">
                    <a16:creationId xmlns:a16="http://schemas.microsoft.com/office/drawing/2014/main" id="{53DA1013-BB82-48B4-ADD7-3240A482673B}"/>
                  </a:ext>
                </a:extLst>
              </p:cNvPr>
              <p:cNvSpPr txBox="1">
                <a:spLocks noRot="1" noChangeAspect="1" noMove="1" noResize="1" noEditPoints="1" noAdjustHandles="1" noChangeArrowheads="1" noChangeShapeType="1" noTextEdit="1"/>
              </p:cNvSpPr>
              <p:nvPr/>
            </p:nvSpPr>
            <p:spPr>
              <a:xfrm>
                <a:off x="327259" y="5865577"/>
                <a:ext cx="1210918" cy="400622"/>
              </a:xfrm>
              <a:prstGeom prst="rect">
                <a:avLst/>
              </a:prstGeom>
              <a:blipFill>
                <a:blip r:embed="rId11"/>
                <a:stretch>
                  <a:fillRect b="-15152"/>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21" name="Szövegdoboz 20">
                <a:extLst>
                  <a:ext uri="{FF2B5EF4-FFF2-40B4-BE49-F238E27FC236}">
                    <a16:creationId xmlns:a16="http://schemas.microsoft.com/office/drawing/2014/main" id="{CA47297A-227F-4FE1-8670-A57A3F5B5C90}"/>
                  </a:ext>
                </a:extLst>
              </p:cNvPr>
              <p:cNvSpPr txBox="1"/>
              <p:nvPr/>
            </p:nvSpPr>
            <p:spPr>
              <a:xfrm>
                <a:off x="1405573" y="5830746"/>
                <a:ext cx="1651320" cy="369332"/>
              </a:xfrm>
              <a:prstGeom prst="rect">
                <a:avLst/>
              </a:prstGeom>
              <a:noFill/>
            </p:spPr>
            <p:txBody>
              <a:bodyPr wrap="square">
                <a:spAutoFit/>
              </a:bodyPr>
              <a:lstStyle/>
              <a:p>
                <a14:m>
                  <m:oMath xmlns:m="http://schemas.openxmlformats.org/officeDocument/2006/math">
                    <m:r>
                      <a:rPr lang="hu-HU" i="1" smtClean="0">
                        <a:latin typeface="Cambria Math" panose="02040503050406030204" pitchFamily="18" charset="0"/>
                        <a:ea typeface="Cambria Math" panose="02040503050406030204" pitchFamily="18" charset="0"/>
                      </a:rPr>
                      <m:t>⇒</m:t>
                    </m:r>
                  </m:oMath>
                </a14:m>
                <a:r>
                  <a:rPr lang="hu-HU" dirty="0"/>
                  <a:t> </a:t>
                </a:r>
                <a:r>
                  <a:rPr lang="hu-HU" dirty="0" err="1"/>
                  <a:t>we</a:t>
                </a:r>
                <a:r>
                  <a:rPr lang="hu-HU" dirty="0"/>
                  <a:t> </a:t>
                </a:r>
                <a:r>
                  <a:rPr lang="hu-HU" dirty="0" err="1"/>
                  <a:t>reject</a:t>
                </a:r>
                <a:r>
                  <a:rPr lang="hu-HU" dirty="0"/>
                  <a:t> </a:t>
                </a:r>
                <a14:m>
                  <m:oMath xmlns:m="http://schemas.openxmlformats.org/officeDocument/2006/math">
                    <m:sSub>
                      <m:sSubPr>
                        <m:ctrlPr>
                          <a:rPr lang="hu-HU" b="0" i="1" smtClean="0">
                            <a:latin typeface="Cambria Math" panose="02040503050406030204" pitchFamily="18" charset="0"/>
                          </a:rPr>
                        </m:ctrlPr>
                      </m:sSubPr>
                      <m:e>
                        <m:r>
                          <a:rPr lang="hu-HU" b="0" i="1" smtClean="0">
                            <a:latin typeface="Cambria Math" panose="02040503050406030204" pitchFamily="18" charset="0"/>
                          </a:rPr>
                          <m:t>𝐻</m:t>
                        </m:r>
                      </m:e>
                      <m:sub>
                        <m:r>
                          <a:rPr lang="hu-HU" b="0" i="1" smtClean="0">
                            <a:latin typeface="Cambria Math" panose="02040503050406030204" pitchFamily="18" charset="0"/>
                          </a:rPr>
                          <m:t>0</m:t>
                        </m:r>
                      </m:sub>
                    </m:sSub>
                  </m:oMath>
                </a14:m>
                <a:endParaRPr lang="hu-HU" dirty="0"/>
              </a:p>
            </p:txBody>
          </p:sp>
        </mc:Choice>
        <mc:Fallback xmlns="">
          <p:sp>
            <p:nvSpPr>
              <p:cNvPr id="21" name="Szövegdoboz 20">
                <a:extLst>
                  <a:ext uri="{FF2B5EF4-FFF2-40B4-BE49-F238E27FC236}">
                    <a16:creationId xmlns:a16="http://schemas.microsoft.com/office/drawing/2014/main" id="{CA47297A-227F-4FE1-8670-A57A3F5B5C90}"/>
                  </a:ext>
                </a:extLst>
              </p:cNvPr>
              <p:cNvSpPr txBox="1">
                <a:spLocks noRot="1" noChangeAspect="1" noMove="1" noResize="1" noEditPoints="1" noAdjustHandles="1" noChangeArrowheads="1" noChangeShapeType="1" noTextEdit="1"/>
              </p:cNvSpPr>
              <p:nvPr/>
            </p:nvSpPr>
            <p:spPr>
              <a:xfrm>
                <a:off x="1405573" y="5830746"/>
                <a:ext cx="1651320" cy="369332"/>
              </a:xfrm>
              <a:prstGeom prst="rect">
                <a:avLst/>
              </a:prstGeom>
              <a:blipFill>
                <a:blip r:embed="rId12"/>
                <a:stretch>
                  <a:fillRect t="-8197" b="-24590"/>
                </a:stretch>
              </a:blipFill>
            </p:spPr>
            <p:txBody>
              <a:bodyPr/>
              <a:lstStyle/>
              <a:p>
                <a:r>
                  <a:rPr lang="hu-HU">
                    <a:noFill/>
                  </a:rPr>
                  <a:t> </a:t>
                </a:r>
              </a:p>
            </p:txBody>
          </p:sp>
        </mc:Fallback>
      </mc:AlternateContent>
      <p:pic>
        <p:nvPicPr>
          <p:cNvPr id="3" name="Kép 2">
            <a:extLst>
              <a:ext uri="{FF2B5EF4-FFF2-40B4-BE49-F238E27FC236}">
                <a16:creationId xmlns:a16="http://schemas.microsoft.com/office/drawing/2014/main" id="{C001B2D1-6046-B4A2-1ABE-425C0CA14F90}"/>
              </a:ext>
            </a:extLst>
          </p:cNvPr>
          <p:cNvPicPr>
            <a:picLocks noChangeAspect="1"/>
          </p:cNvPicPr>
          <p:nvPr/>
        </p:nvPicPr>
        <p:blipFill>
          <a:blip r:embed="rId13"/>
          <a:srcRect t="21132" b="116"/>
          <a:stretch/>
        </p:blipFill>
        <p:spPr>
          <a:xfrm>
            <a:off x="9144000" y="2114633"/>
            <a:ext cx="8583283" cy="4735395"/>
          </a:xfrm>
          <a:prstGeom prst="rect">
            <a:avLst/>
          </a:prstGeom>
        </p:spPr>
      </p:pic>
    </p:spTree>
    <p:extLst>
      <p:ext uri="{BB962C8B-B14F-4D97-AF65-F5344CB8AC3E}">
        <p14:creationId xmlns:p14="http://schemas.microsoft.com/office/powerpoint/2010/main" val="3166092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42" presetClass="path" presetSubtype="0" accel="50000" decel="50000" fill="hold" nodeType="clickEffect">
                                  <p:stCondLst>
                                    <p:cond delay="0"/>
                                  </p:stCondLst>
                                  <p:childTnLst>
                                    <p:animMotion origin="layout" path="M -2.70833E-6 0 L -0.82252 0.0044 " pathEditMode="relative" rAng="0" ptsTypes="AA">
                                      <p:cBhvr>
                                        <p:cTn id="46" dur="2000" fill="hold"/>
                                        <p:tgtEl>
                                          <p:spTgt spid="3"/>
                                        </p:tgtEl>
                                        <p:attrNameLst>
                                          <p:attrName>ppt_x</p:attrName>
                                          <p:attrName>ppt_y</p:attrName>
                                        </p:attrNameLst>
                                      </p:cBhvr>
                                      <p:rCtr x="-41133" y="208"/>
                                    </p:animMotion>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9" grpId="0"/>
      <p:bldP spid="10" grpId="0"/>
      <p:bldP spid="12" grpId="0"/>
      <p:bldP spid="16" grpId="0"/>
      <p:bldP spid="17" grpId="0"/>
      <p:bldP spid="18" grpId="0"/>
      <p:bldP spid="19"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rgbClr val="92D050"/>
                </a:solidFill>
                <a:cs typeface="Arial" panose="020B0604020202020204" pitchFamily="34" charset="0"/>
              </a:rPr>
              <a:t>Exercise 16.</a:t>
            </a:r>
            <a:r>
              <a:rPr lang="hu-HU" dirty="0">
                <a:solidFill>
                  <a:srgbClr val="92D050"/>
                </a:solidFill>
                <a:cs typeface="Arial" panose="020B0604020202020204" pitchFamily="34" charset="0"/>
              </a:rPr>
              <a:t>8</a:t>
            </a:r>
            <a:r>
              <a:rPr lang="hu-HU" dirty="0">
                <a:solidFill>
                  <a:schemeClr val="tx1"/>
                </a:solidFill>
                <a:cs typeface="Arial" panose="020B0604020202020204" pitchFamily="34" charset="0"/>
              </a:rPr>
              <a:t> (M2)</a:t>
            </a:r>
            <a:r>
              <a:rPr lang="en-US" dirty="0">
                <a:solidFill>
                  <a:srgbClr val="92D050"/>
                </a:solidFill>
                <a:cs typeface="Arial" panose="020B0604020202020204" pitchFamily="34" charset="0"/>
              </a:rPr>
              <a:t> </a:t>
            </a:r>
            <a:endParaRPr lang="en-GB" dirty="0"/>
          </a:p>
        </p:txBody>
      </p:sp>
      <p:sp>
        <p:nvSpPr>
          <p:cNvPr id="3" name="Tartalom helye 2"/>
          <p:cNvSpPr>
            <a:spLocks noGrp="1"/>
          </p:cNvSpPr>
          <p:nvPr>
            <p:ph idx="1"/>
          </p:nvPr>
        </p:nvSpPr>
        <p:spPr>
          <a:xfrm>
            <a:off x="0" y="1870900"/>
            <a:ext cx="9144000" cy="4987100"/>
          </a:xfrm>
        </p:spPr>
        <p:txBody>
          <a:bodyPr>
            <a:noAutofit/>
          </a:bodyPr>
          <a:lstStyle/>
          <a:p>
            <a:r>
              <a:rPr lang="hu-HU" sz="1800" dirty="0" err="1"/>
              <a:t>data</a:t>
            </a:r>
            <a:r>
              <a:rPr lang="hu-HU" sz="1800" dirty="0"/>
              <a:t>=[60.2, 63.4, 58.8, 63.6, 64.7, 62.5, 66.0, 59.1, 65.1, 62.0];</a:t>
            </a:r>
          </a:p>
          <a:p>
            <a:r>
              <a:rPr lang="hu-HU" sz="1800" dirty="0"/>
              <a:t>[h,p] = </a:t>
            </a:r>
            <a:r>
              <a:rPr lang="hu-HU" sz="1800" dirty="0" err="1"/>
              <a:t>ttest</a:t>
            </a:r>
            <a:r>
              <a:rPr lang="hu-HU" sz="1800" dirty="0"/>
              <a:t>(</a:t>
            </a:r>
            <a:r>
              <a:rPr lang="hu-HU" sz="1800" dirty="0" err="1"/>
              <a:t>data</a:t>
            </a:r>
            <a:r>
              <a:rPr lang="hu-HU" sz="1800" dirty="0"/>
              <a:t>,60,'</a:t>
            </a:r>
            <a:r>
              <a:rPr lang="hu-HU" sz="1800" dirty="0" err="1"/>
              <a:t>Alpha</a:t>
            </a:r>
            <a:r>
              <a:rPr lang="hu-HU" sz="1800" dirty="0"/>
              <a:t>',0.05,'</a:t>
            </a:r>
            <a:r>
              <a:rPr lang="hu-HU" sz="1800" dirty="0" err="1"/>
              <a:t>Tail</a:t>
            </a:r>
            <a:r>
              <a:rPr lang="hu-HU" sz="1800" dirty="0"/>
              <a:t>','</a:t>
            </a:r>
            <a:r>
              <a:rPr lang="hu-HU" sz="1800" dirty="0" err="1"/>
              <a:t>both</a:t>
            </a:r>
            <a:r>
              <a:rPr lang="hu-HU" sz="1800" dirty="0"/>
              <a:t>')</a:t>
            </a:r>
          </a:p>
          <a:p>
            <a:r>
              <a:rPr lang="hu-HU" sz="1800" dirty="0" err="1"/>
              <a:t>df</a:t>
            </a:r>
            <a:r>
              <a:rPr lang="hu-HU" sz="1800" dirty="0"/>
              <a:t> = 9;</a:t>
            </a:r>
          </a:p>
          <a:p>
            <a:r>
              <a:rPr lang="hu-HU" sz="1800" dirty="0" err="1"/>
              <a:t>alpha</a:t>
            </a:r>
            <a:r>
              <a:rPr lang="hu-HU" sz="1800" dirty="0"/>
              <a:t> = 0.05;</a:t>
            </a:r>
          </a:p>
          <a:p>
            <a:r>
              <a:rPr lang="hu-HU" sz="1800" dirty="0"/>
              <a:t>x=-3.3:0.01:3.3;</a:t>
            </a:r>
          </a:p>
          <a:p>
            <a:r>
              <a:rPr lang="hu-HU" sz="1800" dirty="0" err="1"/>
              <a:t>axis</a:t>
            </a:r>
            <a:r>
              <a:rPr lang="hu-HU" sz="1800" dirty="0"/>
              <a:t>([-3.3 3.3 0 0.5])</a:t>
            </a:r>
          </a:p>
          <a:p>
            <a:r>
              <a:rPr lang="hu-HU" sz="1800" dirty="0"/>
              <a:t>hold </a:t>
            </a:r>
            <a:r>
              <a:rPr lang="hu-HU" sz="1800" dirty="0" err="1"/>
              <a:t>on</a:t>
            </a:r>
            <a:endParaRPr lang="hu-HU" sz="1800" dirty="0"/>
          </a:p>
          <a:p>
            <a:r>
              <a:rPr lang="hu-HU" sz="1800" dirty="0" err="1"/>
              <a:t>plot</a:t>
            </a:r>
            <a:r>
              <a:rPr lang="hu-HU" sz="1800" dirty="0"/>
              <a:t>(</a:t>
            </a:r>
            <a:r>
              <a:rPr lang="hu-HU" sz="1800" dirty="0" err="1"/>
              <a:t>x,tpdf</a:t>
            </a:r>
            <a:r>
              <a:rPr lang="hu-HU" sz="1800" dirty="0"/>
              <a:t>(</a:t>
            </a:r>
            <a:r>
              <a:rPr lang="hu-HU" sz="1800" dirty="0" err="1"/>
              <a:t>x,df</a:t>
            </a:r>
            <a:r>
              <a:rPr lang="hu-HU" sz="1800" dirty="0"/>
              <a:t>))</a:t>
            </a:r>
          </a:p>
          <a:p>
            <a:r>
              <a:rPr lang="hu-HU" sz="1800" dirty="0"/>
              <a:t>t_alpha_2 = </a:t>
            </a:r>
            <a:r>
              <a:rPr lang="hu-HU" sz="1800" dirty="0" err="1"/>
              <a:t>tinv</a:t>
            </a:r>
            <a:r>
              <a:rPr lang="hu-HU" sz="1800" dirty="0"/>
              <a:t>(1-alpha/2, </a:t>
            </a:r>
            <a:r>
              <a:rPr lang="hu-HU" sz="1800" dirty="0" err="1"/>
              <a:t>df</a:t>
            </a:r>
            <a:r>
              <a:rPr lang="hu-HU" sz="1800" dirty="0"/>
              <a:t>);</a:t>
            </a:r>
          </a:p>
          <a:p>
            <a:r>
              <a:rPr lang="hu-HU" sz="1800" dirty="0" err="1"/>
              <a:t>area</a:t>
            </a:r>
            <a:r>
              <a:rPr lang="hu-HU" sz="1800" dirty="0"/>
              <a:t>(</a:t>
            </a:r>
            <a:r>
              <a:rPr lang="hu-HU" sz="1800" dirty="0" err="1"/>
              <a:t>-t</a:t>
            </a:r>
            <a:r>
              <a:rPr lang="hu-HU" sz="1800" dirty="0"/>
              <a:t>_</a:t>
            </a:r>
            <a:r>
              <a:rPr lang="hu-HU" sz="1800" dirty="0" err="1"/>
              <a:t>alpha</a:t>
            </a:r>
            <a:r>
              <a:rPr lang="hu-HU" sz="1800" dirty="0"/>
              <a:t>_2:0.01:t_</a:t>
            </a:r>
            <a:r>
              <a:rPr lang="hu-HU" sz="1800" dirty="0" err="1"/>
              <a:t>alpha</a:t>
            </a:r>
            <a:r>
              <a:rPr lang="hu-HU" sz="1800" dirty="0"/>
              <a:t>_2,</a:t>
            </a:r>
            <a:r>
              <a:rPr lang="hu-HU" sz="1800" dirty="0" err="1"/>
              <a:t>tpdf</a:t>
            </a:r>
            <a:r>
              <a:rPr lang="hu-HU" sz="1800" dirty="0"/>
              <a:t>(</a:t>
            </a:r>
            <a:r>
              <a:rPr lang="hu-HU" sz="1800" dirty="0" err="1"/>
              <a:t>-t</a:t>
            </a:r>
            <a:r>
              <a:rPr lang="hu-HU" sz="1800" dirty="0"/>
              <a:t>_</a:t>
            </a:r>
            <a:r>
              <a:rPr lang="hu-HU" sz="1800" dirty="0" err="1"/>
              <a:t>alpha</a:t>
            </a:r>
            <a:r>
              <a:rPr lang="hu-HU" sz="1800" dirty="0"/>
              <a:t>_</a:t>
            </a:r>
            <a:r>
              <a:rPr lang="hu-HU" sz="1800" dirty="0" err="1"/>
              <a:t>2</a:t>
            </a:r>
            <a:r>
              <a:rPr lang="hu-HU" sz="1800" dirty="0"/>
              <a:t>:0.01:t_</a:t>
            </a:r>
            <a:r>
              <a:rPr lang="hu-HU" sz="1800" dirty="0" err="1"/>
              <a:t>alpha</a:t>
            </a:r>
            <a:r>
              <a:rPr lang="hu-HU" sz="1800" dirty="0"/>
              <a:t>_2,</a:t>
            </a:r>
            <a:r>
              <a:rPr lang="hu-HU" sz="1800" dirty="0" err="1"/>
              <a:t>df</a:t>
            </a:r>
            <a:r>
              <a:rPr lang="hu-HU" sz="1800" dirty="0"/>
              <a:t>),'</a:t>
            </a:r>
            <a:r>
              <a:rPr lang="hu-HU" sz="1800" dirty="0" err="1"/>
              <a:t>FaceColor</a:t>
            </a:r>
            <a:r>
              <a:rPr lang="hu-HU" sz="1800" dirty="0"/>
              <a:t>','g')</a:t>
            </a:r>
          </a:p>
          <a:p>
            <a:r>
              <a:rPr lang="hu-HU" sz="1800" dirty="0"/>
              <a:t>hold </a:t>
            </a:r>
            <a:r>
              <a:rPr lang="hu-HU" sz="1800" dirty="0" err="1"/>
              <a:t>off</a:t>
            </a:r>
            <a:r>
              <a:rPr lang="hu-HU" sz="1800" dirty="0"/>
              <a:t> </a:t>
            </a:r>
          </a:p>
        </p:txBody>
      </p:sp>
    </p:spTree>
    <p:extLst>
      <p:ext uri="{BB962C8B-B14F-4D97-AF65-F5344CB8AC3E}">
        <p14:creationId xmlns:p14="http://schemas.microsoft.com/office/powerpoint/2010/main" val="2385346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a:t>Exam</a:t>
            </a:r>
            <a:endParaRPr lang="hu-HU" dirty="0"/>
          </a:p>
        </p:txBody>
      </p:sp>
      <p:sp>
        <p:nvSpPr>
          <p:cNvPr id="3" name="Tartalom helye 2"/>
          <p:cNvSpPr>
            <a:spLocks noGrp="1"/>
          </p:cNvSpPr>
          <p:nvPr>
            <p:ph idx="1"/>
          </p:nvPr>
        </p:nvSpPr>
        <p:spPr/>
        <p:txBody>
          <a:bodyPr/>
          <a:lstStyle/>
          <a:p>
            <a:r>
              <a:rPr lang="en-US" dirty="0"/>
              <a:t>load </a:t>
            </a:r>
            <a:r>
              <a:rPr lang="en-US" dirty="0" err="1"/>
              <a:t>examgrades</a:t>
            </a:r>
            <a:endParaRPr lang="hu-HU" dirty="0"/>
          </a:p>
          <a:p>
            <a:r>
              <a:rPr lang="en-US" dirty="0"/>
              <a:t>x = grades(:,1);</a:t>
            </a:r>
            <a:endParaRPr lang="hu-HU" dirty="0"/>
          </a:p>
          <a:p>
            <a:r>
              <a:rPr lang="en-US" dirty="0"/>
              <a:t>%%%% Test the null hypothesis that the data comes from a normal distribution with mean m = 65 and standard deviation sigma = 10, against the alternative that the mean is greater than 65.</a:t>
            </a:r>
            <a:endParaRPr lang="hu-HU" dirty="0"/>
          </a:p>
          <a:p>
            <a:r>
              <a:rPr lang="en-US" dirty="0"/>
              <a:t>[</a:t>
            </a:r>
            <a:r>
              <a:rPr lang="en-US" dirty="0" err="1"/>
              <a:t>h,p</a:t>
            </a:r>
            <a:r>
              <a:rPr lang="en-US" dirty="0"/>
              <a:t>] = </a:t>
            </a:r>
            <a:r>
              <a:rPr lang="en-US" dirty="0" err="1"/>
              <a:t>ztest</a:t>
            </a:r>
            <a:r>
              <a:rPr lang="en-US" dirty="0"/>
              <a:t>(x,65,10,'Tail','right')</a:t>
            </a:r>
            <a:endParaRPr lang="hu-HU" dirty="0"/>
          </a:p>
        </p:txBody>
      </p:sp>
    </p:spTree>
    <p:extLst>
      <p:ext uri="{BB962C8B-B14F-4D97-AF65-F5344CB8AC3E}">
        <p14:creationId xmlns:p14="http://schemas.microsoft.com/office/powerpoint/2010/main" val="3688976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a:t>Stock</a:t>
            </a:r>
          </a:p>
        </p:txBody>
      </p:sp>
      <p:sp>
        <p:nvSpPr>
          <p:cNvPr id="3" name="Tartalom helye 2"/>
          <p:cNvSpPr>
            <a:spLocks noGrp="1"/>
          </p:cNvSpPr>
          <p:nvPr>
            <p:ph idx="1"/>
          </p:nvPr>
        </p:nvSpPr>
        <p:spPr/>
        <p:txBody>
          <a:bodyPr/>
          <a:lstStyle/>
          <a:p>
            <a:r>
              <a:rPr lang="en-US" dirty="0"/>
              <a:t>load </a:t>
            </a:r>
            <a:r>
              <a:rPr lang="en-US" dirty="0" err="1"/>
              <a:t>stockreturns</a:t>
            </a:r>
            <a:endParaRPr lang="hu-HU" dirty="0"/>
          </a:p>
          <a:p>
            <a:r>
              <a:rPr lang="en-US" dirty="0"/>
              <a:t>x = stocks(:,3);</a:t>
            </a:r>
            <a:endParaRPr lang="hu-HU" dirty="0"/>
          </a:p>
          <a:p>
            <a:r>
              <a:rPr lang="en-US" dirty="0"/>
              <a:t>%%%% Test the null hypothesis that the sample data are from a population with mean equal to zero at the 1% significance level.</a:t>
            </a:r>
            <a:endParaRPr lang="hu-HU" dirty="0"/>
          </a:p>
          <a:p>
            <a:r>
              <a:rPr lang="en-US" dirty="0"/>
              <a:t>[</a:t>
            </a:r>
            <a:r>
              <a:rPr lang="en-US" dirty="0" err="1"/>
              <a:t>h,p,ci,stats</a:t>
            </a:r>
            <a:r>
              <a:rPr lang="en-US" dirty="0"/>
              <a:t>] = </a:t>
            </a:r>
            <a:r>
              <a:rPr lang="en-US" dirty="0" err="1"/>
              <a:t>ttest</a:t>
            </a:r>
            <a:r>
              <a:rPr lang="en-US" dirty="0"/>
              <a:t>(x,0,'Alpha',0.01) </a:t>
            </a:r>
            <a:endParaRPr lang="hu-HU" dirty="0"/>
          </a:p>
        </p:txBody>
      </p:sp>
    </p:spTree>
    <p:extLst>
      <p:ext uri="{BB962C8B-B14F-4D97-AF65-F5344CB8AC3E}">
        <p14:creationId xmlns:p14="http://schemas.microsoft.com/office/powerpoint/2010/main" val="1788621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a:t>Patient</a:t>
            </a:r>
            <a:endParaRPr lang="hu-HU" dirty="0"/>
          </a:p>
        </p:txBody>
      </p:sp>
      <p:sp>
        <p:nvSpPr>
          <p:cNvPr id="3" name="Tartalom helye 2"/>
          <p:cNvSpPr>
            <a:spLocks noGrp="1"/>
          </p:cNvSpPr>
          <p:nvPr>
            <p:ph idx="1"/>
          </p:nvPr>
        </p:nvSpPr>
        <p:spPr/>
        <p:txBody>
          <a:bodyPr/>
          <a:lstStyle/>
          <a:p>
            <a:r>
              <a:rPr lang="en-US" dirty="0"/>
              <a:t>load patient</a:t>
            </a:r>
            <a:r>
              <a:rPr lang="hu-HU" dirty="0"/>
              <a:t>s</a:t>
            </a:r>
          </a:p>
          <a:p>
            <a:r>
              <a:rPr lang="en-US" dirty="0"/>
              <a:t>tabulate(Gender)</a:t>
            </a:r>
            <a:endParaRPr lang="hu-HU" dirty="0"/>
          </a:p>
          <a:p>
            <a:r>
              <a:rPr lang="en-US" dirty="0"/>
              <a:t>histogram(Height,10) </a:t>
            </a:r>
            <a:r>
              <a:rPr lang="hu-HU" dirty="0"/>
              <a:t>	</a:t>
            </a:r>
            <a:r>
              <a:rPr lang="en-US" dirty="0"/>
              <a:t>%%% </a:t>
            </a:r>
            <a:r>
              <a:rPr lang="en-US" dirty="0" err="1"/>
              <a:t>nbins</a:t>
            </a:r>
            <a:r>
              <a:rPr lang="en-US" dirty="0"/>
              <a:t> = 10</a:t>
            </a:r>
            <a:endParaRPr lang="hu-HU" dirty="0"/>
          </a:p>
          <a:p>
            <a:r>
              <a:rPr lang="en-US" dirty="0"/>
              <a:t>mean(Height)</a:t>
            </a:r>
            <a:endParaRPr lang="hu-HU" dirty="0"/>
          </a:p>
          <a:p>
            <a:r>
              <a:rPr lang="en-US" dirty="0" err="1"/>
              <a:t>std</a:t>
            </a:r>
            <a:r>
              <a:rPr lang="en-US" dirty="0"/>
              <a:t>(Height)</a:t>
            </a:r>
            <a:endParaRPr lang="hu-HU" dirty="0"/>
          </a:p>
          <a:p>
            <a:r>
              <a:rPr lang="en-US" dirty="0"/>
              <a:t>quantile(Weight,[0.025 0.25 0.50 0.75 0.975]) </a:t>
            </a:r>
            <a:endParaRPr lang="hu-HU" dirty="0"/>
          </a:p>
        </p:txBody>
      </p:sp>
    </p:spTree>
    <p:extLst>
      <p:ext uri="{BB962C8B-B14F-4D97-AF65-F5344CB8AC3E}">
        <p14:creationId xmlns:p14="http://schemas.microsoft.com/office/powerpoint/2010/main" val="2768049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78D57D7-8956-49F9-9353-B533C5FBD7E1}"/>
              </a:ext>
            </a:extLst>
          </p:cNvPr>
          <p:cNvSpPr>
            <a:spLocks noGrp="1"/>
          </p:cNvSpPr>
          <p:nvPr>
            <p:ph type="title"/>
          </p:nvPr>
        </p:nvSpPr>
        <p:spPr/>
        <p:txBody>
          <a:bodyPr/>
          <a:lstStyle/>
          <a:p>
            <a:r>
              <a:rPr lang="hu-HU" dirty="0" err="1"/>
              <a:t>Literature</a:t>
            </a:r>
            <a:endParaRPr lang="hu-HU" dirty="0"/>
          </a:p>
        </p:txBody>
      </p:sp>
      <p:sp>
        <p:nvSpPr>
          <p:cNvPr id="3" name="Tartalom helye 2">
            <a:extLst>
              <a:ext uri="{FF2B5EF4-FFF2-40B4-BE49-F238E27FC236}">
                <a16:creationId xmlns:a16="http://schemas.microsoft.com/office/drawing/2014/main" id="{65CDDDFC-80E1-4B5F-962D-B2A8BC2CD8B6}"/>
              </a:ext>
            </a:extLst>
          </p:cNvPr>
          <p:cNvSpPr>
            <a:spLocks noGrp="1"/>
          </p:cNvSpPr>
          <p:nvPr>
            <p:ph idx="1"/>
          </p:nvPr>
        </p:nvSpPr>
        <p:spPr>
          <a:xfrm>
            <a:off x="887507" y="1845734"/>
            <a:ext cx="7414706" cy="4023360"/>
          </a:xfrm>
        </p:spPr>
        <p:txBody>
          <a:bodyPr/>
          <a:lstStyle/>
          <a:p>
            <a:pPr>
              <a:buFont typeface="Wingdings" panose="05000000000000000000" pitchFamily="2" charset="2"/>
              <a:buChar char="q"/>
            </a:pPr>
            <a:r>
              <a:rPr lang="hu-HU" dirty="0"/>
              <a:t>Ágnes </a:t>
            </a:r>
            <a:r>
              <a:rPr lang="hu-HU" dirty="0" err="1"/>
              <a:t>Baran</a:t>
            </a:r>
            <a:r>
              <a:rPr lang="hu-HU" dirty="0"/>
              <a:t>: </a:t>
            </a:r>
            <a:r>
              <a:rPr lang="hu-HU" dirty="0" err="1">
                <a:effectLst/>
              </a:rPr>
              <a:t>Mathematics</a:t>
            </a:r>
            <a:r>
              <a:rPr lang="hu-HU" dirty="0">
                <a:effectLst/>
              </a:rPr>
              <a:t> </a:t>
            </a:r>
            <a:r>
              <a:rPr lang="hu-HU" dirty="0" err="1">
                <a:effectLst/>
              </a:rPr>
              <a:t>for</a:t>
            </a:r>
            <a:r>
              <a:rPr lang="hu-HU" dirty="0">
                <a:effectLst/>
              </a:rPr>
              <a:t> </a:t>
            </a:r>
            <a:r>
              <a:rPr lang="hu-HU" dirty="0" err="1">
                <a:effectLst/>
              </a:rPr>
              <a:t>engineers</a:t>
            </a:r>
            <a:r>
              <a:rPr lang="hu-HU" dirty="0">
                <a:effectLst/>
              </a:rPr>
              <a:t> 1. (</a:t>
            </a:r>
            <a:r>
              <a:rPr lang="hu-HU" dirty="0" err="1">
                <a:effectLst/>
              </a:rPr>
              <a:t>Laboratory</a:t>
            </a:r>
            <a:r>
              <a:rPr lang="hu-HU" dirty="0">
                <a:effectLst/>
              </a:rPr>
              <a:t> </a:t>
            </a:r>
            <a:r>
              <a:rPr lang="hu-HU" dirty="0" err="1">
                <a:effectLst/>
              </a:rPr>
              <a:t>slides</a:t>
            </a:r>
            <a:r>
              <a:rPr lang="hu-HU" dirty="0">
                <a:effectLst/>
              </a:rPr>
              <a:t>)</a:t>
            </a:r>
          </a:p>
          <a:p>
            <a:pPr>
              <a:buFont typeface="Wingdings" panose="05000000000000000000" pitchFamily="2" charset="2"/>
              <a:buChar char="q"/>
            </a:pPr>
            <a:r>
              <a:rPr lang="hu-HU" dirty="0"/>
              <a:t>Sándor </a:t>
            </a:r>
            <a:r>
              <a:rPr lang="hu-HU" dirty="0" err="1"/>
              <a:t>Baran</a:t>
            </a:r>
            <a:r>
              <a:rPr lang="hu-HU" dirty="0"/>
              <a:t>: </a:t>
            </a:r>
            <a:r>
              <a:rPr lang="hu-HU" dirty="0" err="1">
                <a:effectLst/>
              </a:rPr>
              <a:t>Probability</a:t>
            </a:r>
            <a:r>
              <a:rPr lang="hu-HU" dirty="0">
                <a:effectLst/>
              </a:rPr>
              <a:t> </a:t>
            </a:r>
            <a:r>
              <a:rPr lang="hu-HU" dirty="0" err="1">
                <a:effectLst/>
              </a:rPr>
              <a:t>theory</a:t>
            </a:r>
            <a:r>
              <a:rPr lang="hu-HU" dirty="0">
                <a:effectLst/>
              </a:rPr>
              <a:t> and </a:t>
            </a:r>
            <a:r>
              <a:rPr lang="hu-HU" dirty="0" err="1">
                <a:effectLst/>
              </a:rPr>
              <a:t>statistics</a:t>
            </a:r>
            <a:endParaRPr lang="hu-HU" dirty="0">
              <a:effectLst/>
            </a:endParaRPr>
          </a:p>
          <a:p>
            <a:pPr>
              <a:buFont typeface="Wingdings" panose="05000000000000000000" pitchFamily="2" charset="2"/>
              <a:buChar char="q"/>
            </a:pPr>
            <a:r>
              <a:rPr lang="hu-HU" dirty="0"/>
              <a:t>Fazekas István: Valószínűségszámítás, Debreceni Egyetemi Kiadó, 2009</a:t>
            </a:r>
          </a:p>
          <a:p>
            <a:pPr>
              <a:buFont typeface="Wingdings" panose="05000000000000000000" pitchFamily="2" charset="2"/>
              <a:buChar char="q"/>
            </a:pPr>
            <a:r>
              <a:rPr lang="hu-HU" dirty="0"/>
              <a:t>Fazekas István: Bevezetés a matematikai statisztikába, Debreceni Egyetemi Kiadó, 2009</a:t>
            </a:r>
          </a:p>
          <a:p>
            <a:pPr>
              <a:buFont typeface="Wingdings" panose="05000000000000000000" pitchFamily="2" charset="2"/>
              <a:buChar char="q"/>
            </a:pPr>
            <a:r>
              <a:rPr lang="hu-HU" dirty="0" err="1"/>
              <a:t>Matlab</a:t>
            </a:r>
            <a:r>
              <a:rPr lang="hu-HU" dirty="0"/>
              <a:t> </a:t>
            </a:r>
            <a:r>
              <a:rPr lang="hu-HU" dirty="0" err="1"/>
              <a:t>examples</a:t>
            </a:r>
            <a:r>
              <a:rPr lang="hu-HU" dirty="0"/>
              <a:t>: </a:t>
            </a:r>
            <a:r>
              <a:rPr lang="hu-HU" dirty="0">
                <a:hlinkClick r:id="rId2"/>
              </a:rPr>
              <a:t>https://www.mathworks.com/help/examples.html</a:t>
            </a:r>
            <a:endParaRPr lang="hu-HU" dirty="0"/>
          </a:p>
          <a:p>
            <a:endParaRPr lang="hu-HU" dirty="0"/>
          </a:p>
        </p:txBody>
      </p:sp>
    </p:spTree>
    <p:extLst>
      <p:ext uri="{BB962C8B-B14F-4D97-AF65-F5344CB8AC3E}">
        <p14:creationId xmlns:p14="http://schemas.microsoft.com/office/powerpoint/2010/main" val="8119590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tek diaminta">
  <a:themeElements>
    <a:clrScheme name="Fabet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Cambria">
      <a:majorFont>
        <a:latin typeface="Calibri" panose="020F0502020204030204"/>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Fabetű">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matek diaminta" id="{DA9CF40E-B0DB-4F98-AEF5-49E81D43F223}" vid="{E0151A15-54A4-4053-8D41-A38E348A1F8B}"/>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matek diaminta</Template>
  <TotalTime>12379</TotalTime>
  <Words>889</Words>
  <Application>Microsoft Office PowerPoint</Application>
  <PresentationFormat>Diavetítés a képernyőre (4:3 oldalarány)</PresentationFormat>
  <Paragraphs>88</Paragraphs>
  <Slides>11</Slides>
  <Notes>0</Notes>
  <HiddenSlides>0</HiddenSlides>
  <MMClips>0</MMClips>
  <ScaleCrop>false</ScaleCrop>
  <HeadingPairs>
    <vt:vector size="6" baseType="variant">
      <vt:variant>
        <vt:lpstr>Használt betűtípusok</vt:lpstr>
      </vt:variant>
      <vt:variant>
        <vt:i4>7</vt:i4>
      </vt:variant>
      <vt:variant>
        <vt:lpstr>Téma</vt:lpstr>
      </vt:variant>
      <vt:variant>
        <vt:i4>1</vt:i4>
      </vt:variant>
      <vt:variant>
        <vt:lpstr>Diacímek</vt:lpstr>
      </vt:variant>
      <vt:variant>
        <vt:i4>11</vt:i4>
      </vt:variant>
    </vt:vector>
  </HeadingPairs>
  <TitlesOfParts>
    <vt:vector size="19" baseType="lpstr">
      <vt:lpstr>Arial</vt:lpstr>
      <vt:lpstr>Calibri</vt:lpstr>
      <vt:lpstr>Cambria</vt:lpstr>
      <vt:lpstr>Cambria Math</vt:lpstr>
      <vt:lpstr>CMMI12</vt:lpstr>
      <vt:lpstr>CMR12</vt:lpstr>
      <vt:lpstr>Wingdings</vt:lpstr>
      <vt:lpstr>matek diaminta</vt:lpstr>
      <vt:lpstr>Applied Statistics, Probability theory and mathematical statistics</vt:lpstr>
      <vt:lpstr>Exercise 16.3 </vt:lpstr>
      <vt:lpstr>Exercise 16.4 (M1) </vt:lpstr>
      <vt:lpstr>Exercise 16.4 (M1) </vt:lpstr>
      <vt:lpstr>Exercise 16.8 (M2) </vt:lpstr>
      <vt:lpstr>Exercise 16.8</vt:lpstr>
      <vt:lpstr>Exercise 16.8 (M2) </vt:lpstr>
      <vt:lpstr>Exam</vt:lpstr>
      <vt:lpstr>Stock</vt:lpstr>
      <vt:lpstr>Patient</vt:lpstr>
      <vt:lpstr>Literature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Statistics, Probability theory and mathematical statistics</dc:title>
  <dc:creator>Sándor Pecsora</dc:creator>
  <cp:lastModifiedBy>Dr. Pecsora Sándor</cp:lastModifiedBy>
  <cp:revision>158</cp:revision>
  <dcterms:created xsi:type="dcterms:W3CDTF">2020-09-02T07:49:18Z</dcterms:created>
  <dcterms:modified xsi:type="dcterms:W3CDTF">2025-11-03T09:46:30Z</dcterms:modified>
</cp:coreProperties>
</file>