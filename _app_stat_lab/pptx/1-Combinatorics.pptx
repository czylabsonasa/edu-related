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25"/>
  </p:notesMasterIdLst>
  <p:sldIdLst>
    <p:sldId id="341" r:id="rId2"/>
    <p:sldId id="342" r:id="rId3"/>
    <p:sldId id="312" r:id="rId4"/>
    <p:sldId id="328" r:id="rId5"/>
    <p:sldId id="340" r:id="rId6"/>
    <p:sldId id="313" r:id="rId7"/>
    <p:sldId id="343" r:id="rId8"/>
    <p:sldId id="344" r:id="rId9"/>
    <p:sldId id="314" r:id="rId10"/>
    <p:sldId id="338" r:id="rId11"/>
    <p:sldId id="339" r:id="rId12"/>
    <p:sldId id="315" r:id="rId13"/>
    <p:sldId id="326" r:id="rId14"/>
    <p:sldId id="327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3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32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Pecsora" userId="810b1d013327c237" providerId="LiveId" clId="{11FBE987-4D1F-4ED9-A86A-55370CE136A0}"/>
    <pc:docChg chg="undo custSel addSld delSld modSld">
      <pc:chgData name="Sándor Pecsora" userId="810b1d013327c237" providerId="LiveId" clId="{11FBE987-4D1F-4ED9-A86A-55370CE136A0}" dt="2022-02-15T08:17:17.364" v="87" actId="47"/>
      <pc:docMkLst>
        <pc:docMk/>
      </pc:docMkLst>
      <pc:sldChg chg="del">
        <pc:chgData name="Sándor Pecsora" userId="810b1d013327c237" providerId="LiveId" clId="{11FBE987-4D1F-4ED9-A86A-55370CE136A0}" dt="2022-02-15T08:17:17.364" v="87" actId="47"/>
        <pc:sldMkLst>
          <pc:docMk/>
          <pc:sldMk cId="1180060703" sldId="256"/>
        </pc:sldMkLst>
      </pc:sldChg>
      <pc:sldChg chg="modSp mod">
        <pc:chgData name="Sándor Pecsora" userId="810b1d013327c237" providerId="LiveId" clId="{11FBE987-4D1F-4ED9-A86A-55370CE136A0}" dt="2021-09-01T07:25:34.555" v="0" actId="33524"/>
        <pc:sldMkLst>
          <pc:docMk/>
          <pc:sldMk cId="816542944" sldId="318"/>
        </pc:sldMkLst>
        <pc:spChg chg="mod">
          <ac:chgData name="Sándor Pecsora" userId="810b1d013327c237" providerId="LiveId" clId="{11FBE987-4D1F-4ED9-A86A-55370CE136A0}" dt="2021-09-01T07:25:34.555" v="0" actId="33524"/>
          <ac:spMkLst>
            <pc:docMk/>
            <pc:sldMk cId="816542944" sldId="318"/>
            <ac:spMk id="3" creationId="{00000000-0000-0000-0000-000000000000}"/>
          </ac:spMkLst>
        </pc:spChg>
      </pc:sldChg>
      <pc:sldChg chg="modSp">
        <pc:chgData name="Sándor Pecsora" userId="810b1d013327c237" providerId="LiveId" clId="{11FBE987-4D1F-4ED9-A86A-55370CE136A0}" dt="2021-09-07T11:41:01.690" v="8"/>
        <pc:sldMkLst>
          <pc:docMk/>
          <pc:sldMk cId="3641980619" sldId="320"/>
        </pc:sldMkLst>
        <pc:spChg chg="mod">
          <ac:chgData name="Sándor Pecsora" userId="810b1d013327c237" providerId="LiveId" clId="{11FBE987-4D1F-4ED9-A86A-55370CE136A0}" dt="2021-09-07T11:41:01.690" v="8"/>
          <ac:spMkLst>
            <pc:docMk/>
            <pc:sldMk cId="3641980619" sldId="320"/>
            <ac:spMk id="4" creationId="{00000000-0000-0000-0000-000000000000}"/>
          </ac:spMkLst>
        </pc:spChg>
      </pc:sldChg>
      <pc:sldChg chg="modSp">
        <pc:chgData name="Sándor Pecsora" userId="810b1d013327c237" providerId="LiveId" clId="{11FBE987-4D1F-4ED9-A86A-55370CE136A0}" dt="2021-09-01T07:25:49.484" v="1" actId="33524"/>
        <pc:sldMkLst>
          <pc:docMk/>
          <pc:sldMk cId="4224985182" sldId="321"/>
        </pc:sldMkLst>
        <pc:spChg chg="mod">
          <ac:chgData name="Sándor Pecsora" userId="810b1d013327c237" providerId="LiveId" clId="{11FBE987-4D1F-4ED9-A86A-55370CE136A0}" dt="2021-09-01T07:25:49.484" v="1" actId="33524"/>
          <ac:spMkLst>
            <pc:docMk/>
            <pc:sldMk cId="4224985182" sldId="321"/>
            <ac:spMk id="3" creationId="{00000000-0000-0000-0000-000000000000}"/>
          </ac:spMkLst>
        </pc:spChg>
      </pc:sldChg>
      <pc:sldChg chg="modSp">
        <pc:chgData name="Sándor Pecsora" userId="810b1d013327c237" providerId="LiveId" clId="{11FBE987-4D1F-4ED9-A86A-55370CE136A0}" dt="2021-09-07T11:41:24.960" v="10" actId="20577"/>
        <pc:sldMkLst>
          <pc:docMk/>
          <pc:sldMk cId="2823155298" sldId="322"/>
        </pc:sldMkLst>
        <pc:spChg chg="mod">
          <ac:chgData name="Sándor Pecsora" userId="810b1d013327c237" providerId="LiveId" clId="{11FBE987-4D1F-4ED9-A86A-55370CE136A0}" dt="2021-09-07T11:41:24.960" v="10" actId="20577"/>
          <ac:spMkLst>
            <pc:docMk/>
            <pc:sldMk cId="2823155298" sldId="322"/>
            <ac:spMk id="5" creationId="{00000000-0000-0000-0000-000000000000}"/>
          </ac:spMkLst>
        </pc:spChg>
      </pc:sldChg>
      <pc:sldChg chg="modSp">
        <pc:chgData name="Sándor Pecsora" userId="810b1d013327c237" providerId="LiveId" clId="{11FBE987-4D1F-4ED9-A86A-55370CE136A0}" dt="2021-09-07T11:40:30.163" v="7" actId="20577"/>
        <pc:sldMkLst>
          <pc:docMk/>
          <pc:sldMk cId="2691952632" sldId="326"/>
        </pc:sldMkLst>
        <pc:spChg chg="mod">
          <ac:chgData name="Sándor Pecsora" userId="810b1d013327c237" providerId="LiveId" clId="{11FBE987-4D1F-4ED9-A86A-55370CE136A0}" dt="2021-09-07T11:40:30.163" v="7" actId="20577"/>
          <ac:spMkLst>
            <pc:docMk/>
            <pc:sldMk cId="2691952632" sldId="326"/>
            <ac:spMk id="5" creationId="{00000000-0000-0000-0000-000000000000}"/>
          </ac:spMkLst>
        </pc:spChg>
      </pc:sldChg>
      <pc:sldChg chg="modSp add mod">
        <pc:chgData name="Sándor Pecsora" userId="810b1d013327c237" providerId="LiveId" clId="{11FBE987-4D1F-4ED9-A86A-55370CE136A0}" dt="2022-02-15T08:16:18.194" v="86"/>
        <pc:sldMkLst>
          <pc:docMk/>
          <pc:sldMk cId="811959074" sldId="330"/>
        </pc:sldMkLst>
        <pc:spChg chg="mod">
          <ac:chgData name="Sándor Pecsora" userId="810b1d013327c237" providerId="LiveId" clId="{11FBE987-4D1F-4ED9-A86A-55370CE136A0}" dt="2022-02-15T08:14:07.515" v="32"/>
          <ac:spMkLst>
            <pc:docMk/>
            <pc:sldMk cId="811959074" sldId="330"/>
            <ac:spMk id="2" creationId="{C78D57D7-8956-49F9-9353-B533C5FBD7E1}"/>
          </ac:spMkLst>
        </pc:spChg>
        <pc:spChg chg="mod">
          <ac:chgData name="Sándor Pecsora" userId="810b1d013327c237" providerId="LiveId" clId="{11FBE987-4D1F-4ED9-A86A-55370CE136A0}" dt="2022-02-15T08:16:18.194" v="86"/>
          <ac:spMkLst>
            <pc:docMk/>
            <pc:sldMk cId="811959074" sldId="330"/>
            <ac:spMk id="3" creationId="{65CDDDFC-80E1-4B5F-962D-B2A8BC2CD8B6}"/>
          </ac:spMkLst>
        </pc:spChg>
      </pc:sldChg>
      <pc:sldChg chg="modSp mod">
        <pc:chgData name="Sándor Pecsora" userId="810b1d013327c237" providerId="LiveId" clId="{11FBE987-4D1F-4ED9-A86A-55370CE136A0}" dt="2021-09-01T07:26:21.853" v="5" actId="790"/>
        <pc:sldMkLst>
          <pc:docMk/>
          <pc:sldMk cId="3510227337" sldId="340"/>
        </pc:sldMkLst>
        <pc:spChg chg="mod">
          <ac:chgData name="Sándor Pecsora" userId="810b1d013327c237" providerId="LiveId" clId="{11FBE987-4D1F-4ED9-A86A-55370CE136A0}" dt="2021-09-01T07:26:18.370" v="3" actId="790"/>
          <ac:spMkLst>
            <pc:docMk/>
            <pc:sldMk cId="3510227337" sldId="340"/>
            <ac:spMk id="4" creationId="{00000000-0000-0000-0000-000000000000}"/>
          </ac:spMkLst>
        </pc:spChg>
        <pc:spChg chg="mod">
          <ac:chgData name="Sándor Pecsora" userId="810b1d013327c237" providerId="LiveId" clId="{11FBE987-4D1F-4ED9-A86A-55370CE136A0}" dt="2021-09-01T07:26:21.853" v="5" actId="790"/>
          <ac:spMkLst>
            <pc:docMk/>
            <pc:sldMk cId="3510227337" sldId="340"/>
            <ac:spMk id="6" creationId="{00000000-0000-0000-0000-000000000000}"/>
          </ac:spMkLst>
        </pc:spChg>
      </pc:sldChg>
      <pc:sldChg chg="modSp add mod">
        <pc:chgData name="Sándor Pecsora" userId="810b1d013327c237" providerId="LiveId" clId="{11FBE987-4D1F-4ED9-A86A-55370CE136A0}" dt="2022-02-15T08:10:59.760" v="28" actId="20577"/>
        <pc:sldMkLst>
          <pc:docMk/>
          <pc:sldMk cId="3735662663" sldId="341"/>
        </pc:sldMkLst>
        <pc:spChg chg="mod">
          <ac:chgData name="Sándor Pecsora" userId="810b1d013327c237" providerId="LiveId" clId="{11FBE987-4D1F-4ED9-A86A-55370CE136A0}" dt="2022-02-15T08:09:25.782" v="14"/>
          <ac:spMkLst>
            <pc:docMk/>
            <pc:sldMk cId="3735662663" sldId="341"/>
            <ac:spMk id="2" creationId="{00000000-0000-0000-0000-000000000000}"/>
          </ac:spMkLst>
        </pc:spChg>
        <pc:spChg chg="mod">
          <ac:chgData name="Sándor Pecsora" userId="810b1d013327c237" providerId="LiveId" clId="{11FBE987-4D1F-4ED9-A86A-55370CE136A0}" dt="2022-02-15T08:10:23.495" v="24"/>
          <ac:spMkLst>
            <pc:docMk/>
            <pc:sldMk cId="3735662663" sldId="341"/>
            <ac:spMk id="3" creationId="{00000000-0000-0000-0000-000000000000}"/>
          </ac:spMkLst>
        </pc:spChg>
        <pc:spChg chg="mod">
          <ac:chgData name="Sándor Pecsora" userId="810b1d013327c237" providerId="LiveId" clId="{11FBE987-4D1F-4ED9-A86A-55370CE136A0}" dt="2022-02-15T08:09:49.539" v="21" actId="20578"/>
          <ac:spMkLst>
            <pc:docMk/>
            <pc:sldMk cId="3735662663" sldId="341"/>
            <ac:spMk id="4" creationId="{002A1929-D361-4830-B28B-82105341B8EC}"/>
          </ac:spMkLst>
        </pc:spChg>
        <pc:spChg chg="mod">
          <ac:chgData name="Sándor Pecsora" userId="810b1d013327c237" providerId="LiveId" clId="{11FBE987-4D1F-4ED9-A86A-55370CE136A0}" dt="2022-02-15T08:10:59.760" v="28" actId="20577"/>
          <ac:spMkLst>
            <pc:docMk/>
            <pc:sldMk cId="3735662663" sldId="341"/>
            <ac:spMk id="6" creationId="{138B5CDD-DF06-4B9E-97D9-BB5E2ADD616B}"/>
          </ac:spMkLst>
        </pc:spChg>
      </pc:sldChg>
    </pc:docChg>
  </pc:docChgLst>
  <pc:docChgLst>
    <pc:chgData name="Sándor Pecsora" userId="810b1d013327c237" providerId="LiveId" clId="{E525C5DF-9D3E-4045-99A1-AC35B37D3A15}"/>
    <pc:docChg chg="undo custSel addSld modSld sldOrd">
      <pc:chgData name="Sándor Pecsora" userId="810b1d013327c237" providerId="LiveId" clId="{E525C5DF-9D3E-4045-99A1-AC35B37D3A15}" dt="2024-09-09T05:45:09.925" v="575" actId="6549"/>
      <pc:docMkLst>
        <pc:docMk/>
      </pc:docMkLst>
      <pc:sldChg chg="modSp">
        <pc:chgData name="Sándor Pecsora" userId="810b1d013327c237" providerId="LiveId" clId="{E525C5DF-9D3E-4045-99A1-AC35B37D3A15}" dt="2024-08-26T10:13:28.543" v="0"/>
        <pc:sldMkLst>
          <pc:docMk/>
          <pc:sldMk cId="1060765947" sldId="313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1060765947" sldId="313"/>
            <ac:spMk id="2" creationId="{00000000-0000-0000-0000-000000000000}"/>
          </ac:spMkLst>
        </pc:spChg>
      </pc:sldChg>
      <pc:sldChg chg="modSp">
        <pc:chgData name="Sándor Pecsora" userId="810b1d013327c237" providerId="LiveId" clId="{E525C5DF-9D3E-4045-99A1-AC35B37D3A15}" dt="2024-08-26T10:13:28.543" v="0"/>
        <pc:sldMkLst>
          <pc:docMk/>
          <pc:sldMk cId="3771240091" sldId="314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771240091" sldId="314"/>
            <ac:spMk id="2" creationId="{00000000-0000-0000-0000-000000000000}"/>
          </ac:spMkLst>
        </pc:spChg>
      </pc:sldChg>
      <pc:sldChg chg="modSp mod modAnim">
        <pc:chgData name="Sándor Pecsora" userId="810b1d013327c237" providerId="LiveId" clId="{E525C5DF-9D3E-4045-99A1-AC35B37D3A15}" dt="2024-08-27T09:04:14.166" v="464" actId="207"/>
        <pc:sldMkLst>
          <pc:docMk/>
          <pc:sldMk cId="2143213864" sldId="315"/>
        </pc:sldMkLst>
        <pc:spChg chg="mod">
          <ac:chgData name="Sándor Pecsora" userId="810b1d013327c237" providerId="LiveId" clId="{E525C5DF-9D3E-4045-99A1-AC35B37D3A15}" dt="2024-08-27T09:04:14.166" v="464" actId="207"/>
          <ac:spMkLst>
            <pc:docMk/>
            <pc:sldMk cId="2143213864" sldId="315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9:02:51.671" v="462"/>
          <ac:spMkLst>
            <pc:docMk/>
            <pc:sldMk cId="2143213864" sldId="315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08.297" v="85" actId="1076"/>
          <ac:spMkLst>
            <pc:docMk/>
            <pc:sldMk cId="2143213864" sldId="315"/>
            <ac:spMk id="4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08.297" v="85" actId="1076"/>
          <ac:spMkLst>
            <pc:docMk/>
            <pc:sldMk cId="2143213864" sldId="315"/>
            <ac:spMk id="5" creationId="{00000000-0000-0000-0000-000000000000}"/>
          </ac:spMkLst>
        </pc:spChg>
      </pc:sldChg>
      <pc:sldChg chg="modSp">
        <pc:chgData name="Sándor Pecsora" userId="810b1d013327c237" providerId="LiveId" clId="{E525C5DF-9D3E-4045-99A1-AC35B37D3A15}" dt="2024-08-26T10:13:28.543" v="0"/>
        <pc:sldMkLst>
          <pc:docMk/>
          <pc:sldMk cId="103097325" sldId="316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103097325" sldId="316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103097325" sldId="316"/>
            <ac:spMk id="3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8:04:23.967" v="87" actId="1076"/>
        <pc:sldMkLst>
          <pc:docMk/>
          <pc:sldMk cId="331575782" sldId="317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31575782" sldId="317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31575782" sldId="317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23.967" v="87" actId="1076"/>
          <ac:spMkLst>
            <pc:docMk/>
            <pc:sldMk cId="331575782" sldId="317"/>
            <ac:spMk id="5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9:08:00.756" v="572" actId="207"/>
        <pc:sldMkLst>
          <pc:docMk/>
          <pc:sldMk cId="816542944" sldId="318"/>
        </pc:sldMkLst>
        <pc:spChg chg="mod">
          <ac:chgData name="Sándor Pecsora" userId="810b1d013327c237" providerId="LiveId" clId="{E525C5DF-9D3E-4045-99A1-AC35B37D3A15}" dt="2024-08-27T09:08:00.756" v="572" actId="207"/>
          <ac:spMkLst>
            <pc:docMk/>
            <pc:sldMk cId="816542944" sldId="318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816542944" sldId="318"/>
            <ac:spMk id="3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9:26:26.089" v="573" actId="207"/>
        <pc:sldMkLst>
          <pc:docMk/>
          <pc:sldMk cId="765472207" sldId="319"/>
        </pc:sldMkLst>
        <pc:spChg chg="mod">
          <ac:chgData name="Sándor Pecsora" userId="810b1d013327c237" providerId="LiveId" clId="{E525C5DF-9D3E-4045-99A1-AC35B37D3A15}" dt="2024-08-27T09:26:26.089" v="573" actId="207"/>
          <ac:spMkLst>
            <pc:docMk/>
            <pc:sldMk cId="765472207" sldId="319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765472207" sldId="319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28.783" v="88" actId="1076"/>
          <ac:spMkLst>
            <pc:docMk/>
            <pc:sldMk cId="765472207" sldId="319"/>
            <ac:spMk id="5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8:04:33.180" v="89" actId="1076"/>
        <pc:sldMkLst>
          <pc:docMk/>
          <pc:sldMk cId="3641980619" sldId="320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641980619" sldId="320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641980619" sldId="320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33.180" v="89" actId="1076"/>
          <ac:spMkLst>
            <pc:docMk/>
            <pc:sldMk cId="3641980619" sldId="320"/>
            <ac:spMk id="4" creationId="{00000000-0000-0000-0000-000000000000}"/>
          </ac:spMkLst>
        </pc:spChg>
      </pc:sldChg>
      <pc:sldChg chg="modSp">
        <pc:chgData name="Sándor Pecsora" userId="810b1d013327c237" providerId="LiveId" clId="{E525C5DF-9D3E-4045-99A1-AC35B37D3A15}" dt="2024-08-26T10:13:28.543" v="0"/>
        <pc:sldMkLst>
          <pc:docMk/>
          <pc:sldMk cId="4224985182" sldId="321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4224985182" sldId="321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4224985182" sldId="321"/>
            <ac:spMk id="3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8:04:55.695" v="91" actId="1076"/>
        <pc:sldMkLst>
          <pc:docMk/>
          <pc:sldMk cId="2823155298" sldId="322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2823155298" sldId="322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2823155298" sldId="322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55.695" v="91" actId="1076"/>
          <ac:spMkLst>
            <pc:docMk/>
            <pc:sldMk cId="2823155298" sldId="322"/>
            <ac:spMk id="5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9:40:13.593" v="574" actId="207"/>
        <pc:sldMkLst>
          <pc:docMk/>
          <pc:sldMk cId="2301113891" sldId="323"/>
        </pc:sldMkLst>
        <pc:spChg chg="mod">
          <ac:chgData name="Sándor Pecsora" userId="810b1d013327c237" providerId="LiveId" clId="{E525C5DF-9D3E-4045-99A1-AC35B37D3A15}" dt="2024-08-27T09:40:13.593" v="574" actId="207"/>
          <ac:spMkLst>
            <pc:docMk/>
            <pc:sldMk cId="2301113891" sldId="323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2301113891" sldId="323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5:04.040" v="92" actId="1076"/>
          <ac:spMkLst>
            <pc:docMk/>
            <pc:sldMk cId="2301113891" sldId="323"/>
            <ac:spMk id="4" creationId="{00000000-0000-0000-0000-000000000000}"/>
          </ac:spMkLst>
        </pc:spChg>
      </pc:sldChg>
      <pc:sldChg chg="modSp mod">
        <pc:chgData name="Sándor Pecsora" userId="810b1d013327c237" providerId="LiveId" clId="{E525C5DF-9D3E-4045-99A1-AC35B37D3A15}" dt="2024-08-27T09:07:08.756" v="571" actId="207"/>
        <pc:sldMkLst>
          <pc:docMk/>
          <pc:sldMk cId="2691952632" sldId="326"/>
        </pc:sldMkLst>
        <pc:spChg chg="mod">
          <ac:chgData name="Sándor Pecsora" userId="810b1d013327c237" providerId="LiveId" clId="{E525C5DF-9D3E-4045-99A1-AC35B37D3A15}" dt="2024-08-27T09:07:08.756" v="571" actId="207"/>
          <ac:spMkLst>
            <pc:docMk/>
            <pc:sldMk cId="2691952632" sldId="326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2691952632" sldId="326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4:16" v="86" actId="1076"/>
          <ac:spMkLst>
            <pc:docMk/>
            <pc:sldMk cId="2691952632" sldId="326"/>
            <ac:spMk id="5" creationId="{00000000-0000-0000-0000-000000000000}"/>
          </ac:spMkLst>
        </pc:spChg>
      </pc:sldChg>
      <pc:sldChg chg="modSp">
        <pc:chgData name="Sándor Pecsora" userId="810b1d013327c237" providerId="LiveId" clId="{E525C5DF-9D3E-4045-99A1-AC35B37D3A15}" dt="2024-08-26T10:13:28.543" v="0"/>
        <pc:sldMkLst>
          <pc:docMk/>
          <pc:sldMk cId="4010115446" sldId="327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4010115446" sldId="327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6T10:13:28.543" v="0"/>
          <ac:spMkLst>
            <pc:docMk/>
            <pc:sldMk cId="4010115446" sldId="327"/>
            <ac:spMk id="3" creationId="{00000000-0000-0000-0000-000000000000}"/>
          </ac:spMkLst>
        </pc:spChg>
      </pc:sldChg>
      <pc:sldChg chg="addSp modSp mod ord">
        <pc:chgData name="Sándor Pecsora" userId="810b1d013327c237" providerId="LiveId" clId="{E525C5DF-9D3E-4045-99A1-AC35B37D3A15}" dt="2024-08-27T08:08:26.369" v="268" actId="20577"/>
        <pc:sldMkLst>
          <pc:docMk/>
          <pc:sldMk cId="570076408" sldId="328"/>
        </pc:sldMkLst>
        <pc:spChg chg="mod">
          <ac:chgData name="Sándor Pecsora" userId="810b1d013327c237" providerId="LiveId" clId="{E525C5DF-9D3E-4045-99A1-AC35B37D3A15}" dt="2024-08-27T08:08:26.369" v="268" actId="20577"/>
          <ac:spMkLst>
            <pc:docMk/>
            <pc:sldMk cId="570076408" sldId="328"/>
            <ac:spMk id="2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8:00:04.436" v="73" actId="790"/>
          <ac:spMkLst>
            <pc:docMk/>
            <pc:sldMk cId="570076408" sldId="328"/>
            <ac:spMk id="3" creationId="{00000000-0000-0000-0000-000000000000}"/>
          </ac:spMkLst>
        </pc:spChg>
        <pc:spChg chg="add mod">
          <ac:chgData name="Sándor Pecsora" userId="810b1d013327c237" providerId="LiveId" clId="{E525C5DF-9D3E-4045-99A1-AC35B37D3A15}" dt="2024-08-27T08:02:16.703" v="82" actId="27636"/>
          <ac:spMkLst>
            <pc:docMk/>
            <pc:sldMk cId="570076408" sldId="328"/>
            <ac:spMk id="4" creationId="{425577B5-EA8D-A4C5-832E-5424980EA04D}"/>
          </ac:spMkLst>
        </pc:spChg>
      </pc:sldChg>
      <pc:sldChg chg="modSp">
        <pc:chgData name="Sándor Pecsora" userId="810b1d013327c237" providerId="LiveId" clId="{E525C5DF-9D3E-4045-99A1-AC35B37D3A15}" dt="2024-08-26T10:13:28.543" v="0"/>
        <pc:sldMkLst>
          <pc:docMk/>
          <pc:sldMk cId="811959074" sldId="330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811959074" sldId="330"/>
            <ac:spMk id="2" creationId="{C78D57D7-8956-49F9-9353-B533C5FBD7E1}"/>
          </ac:spMkLst>
        </pc:spChg>
      </pc:sldChg>
      <pc:sldChg chg="modSp mod ord">
        <pc:chgData name="Sándor Pecsora" userId="810b1d013327c237" providerId="LiveId" clId="{E525C5DF-9D3E-4045-99A1-AC35B37D3A15}" dt="2024-08-27T08:08:39.982" v="270"/>
        <pc:sldMkLst>
          <pc:docMk/>
          <pc:sldMk cId="2142831538" sldId="338"/>
        </pc:sldMkLst>
        <pc:spChg chg="mod">
          <ac:chgData name="Sándor Pecsora" userId="810b1d013327c237" providerId="LiveId" clId="{E525C5DF-9D3E-4045-99A1-AC35B37D3A15}" dt="2024-08-27T08:08:39.982" v="270"/>
          <ac:spMkLst>
            <pc:docMk/>
            <pc:sldMk cId="2142831538" sldId="338"/>
            <ac:spMk id="2" creationId="{00000000-0000-0000-0000-000000000000}"/>
          </ac:spMkLst>
        </pc:spChg>
      </pc:sldChg>
      <pc:sldChg chg="modSp mod ord">
        <pc:chgData name="Sándor Pecsora" userId="810b1d013327c237" providerId="LiveId" clId="{E525C5DF-9D3E-4045-99A1-AC35B37D3A15}" dt="2024-08-27T08:08:41.670" v="271"/>
        <pc:sldMkLst>
          <pc:docMk/>
          <pc:sldMk cId="2552664993" sldId="339"/>
        </pc:sldMkLst>
        <pc:spChg chg="mod">
          <ac:chgData name="Sándor Pecsora" userId="810b1d013327c237" providerId="LiveId" clId="{E525C5DF-9D3E-4045-99A1-AC35B37D3A15}" dt="2024-08-27T08:08:41.670" v="271"/>
          <ac:spMkLst>
            <pc:docMk/>
            <pc:sldMk cId="2552664993" sldId="339"/>
            <ac:spMk id="2" creationId="{00000000-0000-0000-0000-000000000000}"/>
          </ac:spMkLst>
        </pc:spChg>
      </pc:sldChg>
      <pc:sldChg chg="modSp mod ord">
        <pc:chgData name="Sándor Pecsora" userId="810b1d013327c237" providerId="LiveId" clId="{E525C5DF-9D3E-4045-99A1-AC35B37D3A15}" dt="2024-08-27T08:08:30.783" v="269"/>
        <pc:sldMkLst>
          <pc:docMk/>
          <pc:sldMk cId="3510227337" sldId="340"/>
        </pc:sldMkLst>
        <pc:spChg chg="mod">
          <ac:chgData name="Sándor Pecsora" userId="810b1d013327c237" providerId="LiveId" clId="{E525C5DF-9D3E-4045-99A1-AC35B37D3A15}" dt="2024-08-27T08:08:30.783" v="269"/>
          <ac:spMkLst>
            <pc:docMk/>
            <pc:sldMk cId="3510227337" sldId="340"/>
            <ac:spMk id="2" creationId="{00000000-0000-0000-0000-000000000000}"/>
          </ac:spMkLst>
        </pc:spChg>
      </pc:sldChg>
      <pc:sldChg chg="delSp modSp mod">
        <pc:chgData name="Sándor Pecsora" userId="810b1d013327c237" providerId="LiveId" clId="{E525C5DF-9D3E-4045-99A1-AC35B37D3A15}" dt="2024-08-27T07:55:38.777" v="3" actId="478"/>
        <pc:sldMkLst>
          <pc:docMk/>
          <pc:sldMk cId="3735662663" sldId="341"/>
        </pc:sldMkLst>
        <pc:spChg chg="mod">
          <ac:chgData name="Sándor Pecsora" userId="810b1d013327c237" providerId="LiveId" clId="{E525C5DF-9D3E-4045-99A1-AC35B37D3A15}" dt="2024-08-26T10:13:28.543" v="0"/>
          <ac:spMkLst>
            <pc:docMk/>
            <pc:sldMk cId="3735662663" sldId="341"/>
            <ac:spMk id="3" creationId="{00000000-0000-0000-0000-000000000000}"/>
          </ac:spMkLst>
        </pc:spChg>
        <pc:spChg chg="mod">
          <ac:chgData name="Sándor Pecsora" userId="810b1d013327c237" providerId="LiveId" clId="{E525C5DF-9D3E-4045-99A1-AC35B37D3A15}" dt="2024-08-27T07:55:34.028" v="2" actId="20577"/>
          <ac:spMkLst>
            <pc:docMk/>
            <pc:sldMk cId="3735662663" sldId="341"/>
            <ac:spMk id="4" creationId="{002A1929-D361-4830-B28B-82105341B8EC}"/>
          </ac:spMkLst>
        </pc:spChg>
        <pc:spChg chg="del">
          <ac:chgData name="Sándor Pecsora" userId="810b1d013327c237" providerId="LiveId" clId="{E525C5DF-9D3E-4045-99A1-AC35B37D3A15}" dt="2024-08-27T07:55:38.777" v="3" actId="478"/>
          <ac:spMkLst>
            <pc:docMk/>
            <pc:sldMk cId="3735662663" sldId="341"/>
            <ac:spMk id="6" creationId="{138B5CDD-DF06-4B9E-97D9-BB5E2ADD616B}"/>
          </ac:spMkLst>
        </pc:spChg>
      </pc:sldChg>
      <pc:sldChg chg="modSp new mod">
        <pc:chgData name="Sándor Pecsora" userId="810b1d013327c237" providerId="LiveId" clId="{E525C5DF-9D3E-4045-99A1-AC35B37D3A15}" dt="2024-09-09T05:45:09.925" v="575" actId="6549"/>
        <pc:sldMkLst>
          <pc:docMk/>
          <pc:sldMk cId="516288395" sldId="342"/>
        </pc:sldMkLst>
        <pc:spChg chg="mod">
          <ac:chgData name="Sándor Pecsora" userId="810b1d013327c237" providerId="LiveId" clId="{E525C5DF-9D3E-4045-99A1-AC35B37D3A15}" dt="2024-08-27T08:06:10.729" v="139" actId="790"/>
          <ac:spMkLst>
            <pc:docMk/>
            <pc:sldMk cId="516288395" sldId="342"/>
            <ac:spMk id="2" creationId="{EA290354-AEAF-E844-AB61-20528A57DA42}"/>
          </ac:spMkLst>
        </pc:spChg>
        <pc:spChg chg="mod">
          <ac:chgData name="Sándor Pecsora" userId="810b1d013327c237" providerId="LiveId" clId="{E525C5DF-9D3E-4045-99A1-AC35B37D3A15}" dt="2024-09-09T05:45:09.925" v="575" actId="6549"/>
          <ac:spMkLst>
            <pc:docMk/>
            <pc:sldMk cId="516288395" sldId="342"/>
            <ac:spMk id="3" creationId="{04E04568-9A9D-2ED7-DA9E-D9E71BAB0EA9}"/>
          </ac:spMkLst>
        </pc:spChg>
      </pc:sldChg>
      <pc:sldChg chg="modSp new mod">
        <pc:chgData name="Sándor Pecsora" userId="810b1d013327c237" providerId="LiveId" clId="{E525C5DF-9D3E-4045-99A1-AC35B37D3A15}" dt="2024-08-27T08:20:43.970" v="384" actId="1076"/>
        <pc:sldMkLst>
          <pc:docMk/>
          <pc:sldMk cId="324751908" sldId="343"/>
        </pc:sldMkLst>
        <pc:spChg chg="mod">
          <ac:chgData name="Sándor Pecsora" userId="810b1d013327c237" providerId="LiveId" clId="{E525C5DF-9D3E-4045-99A1-AC35B37D3A15}" dt="2024-08-27T08:08:10.984" v="254" actId="20577"/>
          <ac:spMkLst>
            <pc:docMk/>
            <pc:sldMk cId="324751908" sldId="343"/>
            <ac:spMk id="2" creationId="{87E06D41-1588-B780-545B-CE8663F93F52}"/>
          </ac:spMkLst>
        </pc:spChg>
        <pc:spChg chg="mod">
          <ac:chgData name="Sándor Pecsora" userId="810b1d013327c237" providerId="LiveId" clId="{E525C5DF-9D3E-4045-99A1-AC35B37D3A15}" dt="2024-08-27T08:20:43.970" v="384" actId="1076"/>
          <ac:spMkLst>
            <pc:docMk/>
            <pc:sldMk cId="324751908" sldId="343"/>
            <ac:spMk id="3" creationId="{AC81ABFA-56EC-A1E4-A1EB-6340BD674D08}"/>
          </ac:spMkLst>
        </pc:spChg>
      </pc:sldChg>
      <pc:sldChg chg="modSp add mod">
        <pc:chgData name="Sándor Pecsora" userId="810b1d013327c237" providerId="LiveId" clId="{E525C5DF-9D3E-4045-99A1-AC35B37D3A15}" dt="2024-08-27T08:24:59.501" v="456"/>
        <pc:sldMkLst>
          <pc:docMk/>
          <pc:sldMk cId="2696147234" sldId="344"/>
        </pc:sldMkLst>
        <pc:spChg chg="mod">
          <ac:chgData name="Sándor Pecsora" userId="810b1d013327c237" providerId="LiveId" clId="{E525C5DF-9D3E-4045-99A1-AC35B37D3A15}" dt="2024-08-27T08:24:59.501" v="456"/>
          <ac:spMkLst>
            <pc:docMk/>
            <pc:sldMk cId="2696147234" sldId="344"/>
            <ac:spMk id="3" creationId="{AC81ABFA-56EC-A1E4-A1EB-6340BD674D08}"/>
          </ac:spMkLst>
        </pc:spChg>
      </pc:sldChg>
    </pc:docChg>
  </pc:docChgLst>
  <pc:docChgLst>
    <pc:chgData name="Sándor Pecsora" userId="810b1d013327c237" providerId="LiveId" clId="{71BEBF4B-A6D7-4A92-847A-5551FD7192AF}"/>
    <pc:docChg chg="modSld">
      <pc:chgData name="Sándor Pecsora" userId="810b1d013327c237" providerId="LiveId" clId="{71BEBF4B-A6D7-4A92-847A-5551FD7192AF}" dt="2024-09-06T13:42:26.987" v="9"/>
      <pc:docMkLst>
        <pc:docMk/>
      </pc:docMkLst>
      <pc:sldChg chg="addSp modSp modAnim">
        <pc:chgData name="Sándor Pecsora" userId="810b1d013327c237" providerId="LiveId" clId="{71BEBF4B-A6D7-4A92-847A-5551FD7192AF}" dt="2024-09-06T13:42:26.987" v="9"/>
        <pc:sldMkLst>
          <pc:docMk/>
          <pc:sldMk cId="2143213864" sldId="315"/>
        </pc:sldMkLst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7" creationId="{FF73863F-CCAA-DCE8-2206-197B9948EF54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8" creationId="{082D948A-42AB-0661-F14C-877525C24AB9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9" creationId="{3E8FA9EB-A400-8A19-3FDD-799B4B9E8504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0" creationId="{0B754FF7-583D-64F7-22A4-4922FF787255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1" creationId="{6311853F-5414-D6DA-816A-6134D53FE6E8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2" creationId="{25AAEE5D-B9F1-FF85-7E0D-F747687CF26A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3" creationId="{0913DF79-01E3-76D4-98CA-3DF5E9C66652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4" creationId="{44211762-B6BF-8709-8013-C42A63500739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7" creationId="{CC2E2144-AC75-E9EF-178B-56D4922BA9A6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8" creationId="{E988A35F-F8FA-B179-A483-A0EAF1185643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19" creationId="{62BA5CBA-E348-54DE-05C9-D6EB496E76D9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20" creationId="{6495E861-7A9A-E4A5-E2E4-D13DDB0E7202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21" creationId="{94436F68-9786-9B1A-14EF-7CEA3821F99D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22" creationId="{515834AE-889F-D65C-4A7C-8B72BFC0422E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23" creationId="{895E4E93-922A-EA16-9044-1160478CD31E}"/>
          </ac:spMkLst>
        </pc:spChg>
        <pc:spChg chg="add mod">
          <ac:chgData name="Sándor Pecsora" userId="810b1d013327c237" providerId="LiveId" clId="{71BEBF4B-A6D7-4A92-847A-5551FD7192AF}" dt="2024-09-06T13:41:07.319" v="0"/>
          <ac:spMkLst>
            <pc:docMk/>
            <pc:sldMk cId="2143213864" sldId="315"/>
            <ac:spMk id="24" creationId="{55B0D369-231A-594A-16DF-5B888F2CD3AE}"/>
          </ac:spMkLst>
        </pc:spChg>
        <pc:spChg chg="add mod">
          <ac:chgData name="Sándor Pecsora" userId="810b1d013327c237" providerId="LiveId" clId="{71BEBF4B-A6D7-4A92-847A-5551FD7192AF}" dt="2024-09-06T13:41:57.474" v="5" actId="20577"/>
          <ac:spMkLst>
            <pc:docMk/>
            <pc:sldMk cId="2143213864" sldId="315"/>
            <ac:spMk id="26" creationId="{EB4BC7F8-9F42-9206-4CFF-EF51716E8361}"/>
          </ac:spMkLst>
        </pc:spChg>
        <pc:graphicFrameChg chg="add mod">
          <ac:chgData name="Sándor Pecsora" userId="810b1d013327c237" providerId="LiveId" clId="{71BEBF4B-A6D7-4A92-847A-5551FD7192AF}" dt="2024-09-06T13:41:07.319" v="0"/>
          <ac:graphicFrameMkLst>
            <pc:docMk/>
            <pc:sldMk cId="2143213864" sldId="315"/>
            <ac:graphicFrameMk id="6" creationId="{768F738D-BD89-840B-0907-D5BB828A353A}"/>
          </ac:graphicFrameMkLst>
        </pc:graphicFrameChg>
        <pc:graphicFrameChg chg="add mod">
          <ac:chgData name="Sándor Pecsora" userId="810b1d013327c237" providerId="LiveId" clId="{71BEBF4B-A6D7-4A92-847A-5551FD7192AF}" dt="2024-09-06T13:41:07.319" v="0"/>
          <ac:graphicFrameMkLst>
            <pc:docMk/>
            <pc:sldMk cId="2143213864" sldId="315"/>
            <ac:graphicFrameMk id="16" creationId="{A914D2BD-3C91-76F6-9EF7-92E654B46E15}"/>
          </ac:graphicFrameMkLst>
        </pc:graphicFrameChg>
        <pc:picChg chg="add mod">
          <ac:chgData name="Sándor Pecsora" userId="810b1d013327c237" providerId="LiveId" clId="{71BEBF4B-A6D7-4A92-847A-5551FD7192AF}" dt="2024-09-06T13:41:07.319" v="0"/>
          <ac:picMkLst>
            <pc:docMk/>
            <pc:sldMk cId="2143213864" sldId="315"/>
            <ac:picMk id="15" creationId="{6B940EAF-5DB9-F566-4F76-7C966CE42BA4}"/>
          </ac:picMkLst>
        </pc:picChg>
        <pc:picChg chg="add mod">
          <ac:chgData name="Sándor Pecsora" userId="810b1d013327c237" providerId="LiveId" clId="{71BEBF4B-A6D7-4A92-847A-5551FD7192AF}" dt="2024-09-06T13:41:07.319" v="0"/>
          <ac:picMkLst>
            <pc:docMk/>
            <pc:sldMk cId="2143213864" sldId="315"/>
            <ac:picMk id="25" creationId="{FF6F7AFD-EC26-3911-6CAF-CBBAFA6E40C5}"/>
          </ac:picMkLst>
        </pc:picChg>
      </pc:sldChg>
    </pc:docChg>
  </pc:docChgLst>
  <pc:docChgLst>
    <pc:chgData name="Sándor Pecsora" userId="810b1d013327c237" providerId="LiveId" clId="{95369E39-EEE6-4B68-A530-52FA3047C5E4}"/>
    <pc:docChg chg="modSld">
      <pc:chgData name="Sándor Pecsora" userId="810b1d013327c237" providerId="LiveId" clId="{95369E39-EEE6-4B68-A530-52FA3047C5E4}" dt="2021-09-13T10:06:07.132" v="7" actId="20577"/>
      <pc:docMkLst>
        <pc:docMk/>
      </pc:docMkLst>
      <pc:sldChg chg="modSp">
        <pc:chgData name="Sándor Pecsora" userId="810b1d013327c237" providerId="LiveId" clId="{95369E39-EEE6-4B68-A530-52FA3047C5E4}" dt="2021-09-13T10:06:07.132" v="7" actId="20577"/>
        <pc:sldMkLst>
          <pc:docMk/>
          <pc:sldMk cId="4224985182" sldId="321"/>
        </pc:sldMkLst>
        <pc:spChg chg="mod">
          <ac:chgData name="Sándor Pecsora" userId="810b1d013327c237" providerId="LiveId" clId="{95369E39-EEE6-4B68-A530-52FA3047C5E4}" dt="2021-09-13T10:06:07.132" v="7" actId="20577"/>
          <ac:spMkLst>
            <pc:docMk/>
            <pc:sldMk cId="4224985182" sldId="321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unkaf&#252;zet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unkaf&#252;zet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dirty="0" err="1"/>
              <a:t>Example</a:t>
            </a:r>
            <a:r>
              <a:rPr lang="hu-HU" dirty="0"/>
              <a:t> </a:t>
            </a:r>
            <a:r>
              <a:rPr lang="hu-HU" dirty="0" err="1"/>
              <a:t>path</a:t>
            </a:r>
            <a:r>
              <a:rPr lang="hu-HU" dirty="0"/>
              <a:t>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Munka1!$A$1:$A$2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xVal>
          <c:yVal>
            <c:numRef>
              <c:f>Munka1!$B$1:$B$2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95D-4FB4-B43E-8CE81E8E57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52207248"/>
        <c:axId val="-452209968"/>
      </c:scatterChart>
      <c:valAx>
        <c:axId val="-452207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452209968"/>
        <c:crosses val="autoZero"/>
        <c:crossBetween val="midCat"/>
      </c:valAx>
      <c:valAx>
        <c:axId val="-452209968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45220724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dirty="0" err="1"/>
              <a:t>Example</a:t>
            </a:r>
            <a:r>
              <a:rPr lang="hu-HU" dirty="0"/>
              <a:t> </a:t>
            </a:r>
            <a:r>
              <a:rPr lang="hu-HU" dirty="0" err="1"/>
              <a:t>path</a:t>
            </a:r>
            <a:r>
              <a:rPr lang="hu-HU" dirty="0"/>
              <a:t>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Munka1!$A$1:$A$2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xVal>
          <c:yVal>
            <c:numRef>
              <c:f>Munka1!$B$1:$B$2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E3-4EE3-A322-60935A833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52195824"/>
        <c:axId val="-452207792"/>
      </c:scatterChart>
      <c:valAx>
        <c:axId val="-452195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452207792"/>
        <c:crosses val="autoZero"/>
        <c:crossBetween val="midCat"/>
      </c:valAx>
      <c:valAx>
        <c:axId val="-452207792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-45219582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D181-6501-4CD6-ADAA-357D1FDA1029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B4519-444B-4F56-B3DB-AC5AAF9180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2867474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798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Clr>
                <a:schemeClr val="accent3">
                  <a:lumMod val="50000"/>
                </a:schemeClr>
              </a:buClr>
              <a:buNone/>
              <a:defRPr sz="2000"/>
            </a:lvl1pPr>
            <a:lvl2pPr marL="205740" indent="0">
              <a:buClr>
                <a:schemeClr val="accent3">
                  <a:lumMod val="50000"/>
                </a:schemeClr>
              </a:buClr>
              <a:buNone/>
              <a:defRPr sz="1800"/>
            </a:lvl2pPr>
            <a:lvl3pPr marL="411480" indent="0">
              <a:buClr>
                <a:schemeClr val="accent3">
                  <a:lumMod val="50000"/>
                </a:schemeClr>
              </a:buClr>
              <a:buNone/>
              <a:defRPr sz="1800"/>
            </a:lvl3pPr>
            <a:lvl4pPr marL="617220" indent="0">
              <a:buClr>
                <a:schemeClr val="accent3">
                  <a:lumMod val="50000"/>
                </a:schemeClr>
              </a:buClr>
              <a:buNone/>
              <a:defRPr sz="1800"/>
            </a:lvl4pPr>
            <a:lvl5pPr marL="822960" indent="0">
              <a:buClr>
                <a:schemeClr val="accent3">
                  <a:lumMod val="50000"/>
                </a:schemeClr>
              </a:buClr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668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186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229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403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345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361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400"/>
            </a:lvl1pPr>
            <a:lvl2pPr>
              <a:buClr>
                <a:schemeClr val="accent3">
                  <a:lumMod val="75000"/>
                </a:schemeClr>
              </a:buClr>
              <a:defRPr sz="2000"/>
            </a:lvl2pPr>
            <a:lvl3pPr>
              <a:buClr>
                <a:schemeClr val="accent3">
                  <a:lumMod val="75000"/>
                </a:schemeClr>
              </a:buClr>
              <a:defRPr sz="2000"/>
            </a:lvl3pPr>
            <a:lvl4pPr>
              <a:buClr>
                <a:schemeClr val="accent3">
                  <a:lumMod val="75000"/>
                </a:schemeClr>
              </a:buClr>
              <a:defRPr sz="2000"/>
            </a:lvl4pPr>
            <a:lvl5pPr>
              <a:buClr>
                <a:schemeClr val="accent3">
                  <a:lumMod val="75000"/>
                </a:schemeClr>
              </a:buClr>
              <a:defRPr sz="20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428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146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454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4892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Cím, 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 rtlCol="0">
            <a:normAutofit/>
          </a:bodyPr>
          <a:lstStyle/>
          <a:p>
            <a:pPr lvl="0"/>
            <a:r>
              <a:rPr lang="hu-HU" noProof="0"/>
              <a:t>Diagram beszúrásához kattintson az ikonra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5159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B78DAAF-0C17-4703-AEE3-44267674DFC7}" type="datetimeFigureOut">
              <a:rPr lang="hu-HU" smtClean="0"/>
              <a:t>2024. 09. 09.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632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86032" y="758952"/>
            <a:ext cx="8328454" cy="2670048"/>
          </a:xfrm>
        </p:spPr>
        <p:txBody>
          <a:bodyPr>
            <a:noAutofit/>
          </a:bodyPr>
          <a:lstStyle/>
          <a:p>
            <a:r>
              <a:rPr lang="en-US" sz="4000" dirty="0"/>
              <a:t>Applied Statistics,</a:t>
            </a:r>
            <a:br>
              <a:rPr lang="en-US" sz="4000" dirty="0"/>
            </a:br>
            <a:r>
              <a:rPr lang="en-US" sz="4000" dirty="0"/>
              <a:t>Probability theory and mathematical statistics</a:t>
            </a:r>
            <a:endParaRPr lang="en-GB" sz="4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Combinatorics</a:t>
            </a:r>
            <a:endParaRPr lang="en-GB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2A1929-D361-4830-B28B-82105341B8EC}"/>
              </a:ext>
            </a:extLst>
          </p:cNvPr>
          <p:cNvSpPr txBox="1"/>
          <p:nvPr/>
        </p:nvSpPr>
        <p:spPr>
          <a:xfrm>
            <a:off x="2241176" y="3542200"/>
            <a:ext cx="465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Attila Barta, Sándor Pecsora</a:t>
            </a:r>
          </a:p>
        </p:txBody>
      </p:sp>
    </p:spTree>
    <p:extLst>
      <p:ext uri="{BB962C8B-B14F-4D97-AF65-F5344CB8AC3E}">
        <p14:creationId xmlns:p14="http://schemas.microsoft.com/office/powerpoint/2010/main" val="373566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290354-AEAF-E844-AB61-20528A57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Discription</a:t>
            </a:r>
            <a:r>
              <a:rPr lang="en-GB" dirty="0"/>
              <a:t> to this presentation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E04568-9A9D-2ED7-DA9E-D9E71BAB0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solving each exercise with „pen and paper”, also solve them with </a:t>
            </a:r>
            <a:r>
              <a:rPr lang="en-GB" dirty="0" err="1"/>
              <a:t>Matlab</a:t>
            </a:r>
            <a:r>
              <a:rPr lang="en-GB" dirty="0"/>
              <a:t> as well.</a:t>
            </a:r>
          </a:p>
          <a:p>
            <a:r>
              <a:rPr lang="en-GB" dirty="0"/>
              <a:t>If the </a:t>
            </a:r>
            <a:r>
              <a:rPr lang="en-GB" dirty="0">
                <a:solidFill>
                  <a:srgbClr val="FF0000"/>
                </a:solidFill>
              </a:rPr>
              <a:t>title of the exercise</a:t>
            </a:r>
            <a:r>
              <a:rPr lang="en-GB" dirty="0"/>
              <a:t> is red, skip on the laboratory class, that is part of the lecture slide!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628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506736"/>
            <a:ext cx="7543800" cy="1237397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Permutations</a:t>
            </a:r>
            <a:endParaRPr lang="en-GB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artalom helye 1"/>
              <p:cNvSpPr txBox="1">
                <a:spLocks/>
              </p:cNvSpPr>
              <p:nvPr/>
            </p:nvSpPr>
            <p:spPr>
              <a:xfrm>
                <a:off x="822959" y="2726267"/>
                <a:ext cx="7543801" cy="3877734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1600" dirty="0"/>
                  <a:t>The number of p</a:t>
                </a:r>
                <a:r>
                  <a:rPr lang="en-US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ermutation without repetition is: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pt-BR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⋅…⋅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⋅1</m:t>
                    </m:r>
                  </m:oMath>
                </a14:m>
                <a:endParaRPr lang="en-GB" sz="1600" b="0" dirty="0"/>
              </a:p>
              <a:p>
                <a:pPr>
                  <a:lnSpc>
                    <a:spcPct val="110000"/>
                  </a:lnSpc>
                </a:pPr>
                <a:endParaRPr lang="en-GB" sz="1600" b="0" dirty="0"/>
              </a:p>
              <a:p>
                <a:r>
                  <a:rPr lang="en-US" sz="1600" dirty="0"/>
                  <a:t>The number of p</a:t>
                </a:r>
                <a:r>
                  <a:rPr lang="en-US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ermutation with repetition is: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bSup>
                    <m:r>
                      <a:rPr lang="en-GB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!⋅</m:t>
                        </m:r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!⋅…⋅</m:t>
                        </m:r>
                        <m:sSub>
                          <m:sSub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/>
                  <a:t> is the number of repetitions of element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endParaRPr lang="en-GB" sz="1600" b="1" dirty="0"/>
              </a:p>
            </p:txBody>
          </p:sp>
        </mc:Choice>
        <mc:Fallback xmlns="">
          <p:sp>
            <p:nvSpPr>
              <p:cNvPr id="7" name="Tartalom hely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2726267"/>
                <a:ext cx="7543801" cy="3877734"/>
              </a:xfrm>
              <a:prstGeom prst="rect">
                <a:avLst/>
              </a:prstGeom>
              <a:blipFill rotWithShape="0">
                <a:blip r:embed="rId3"/>
                <a:stretch>
                  <a:fillRect l="-404" t="-1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39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Permutations</a:t>
            </a:r>
            <a:r>
              <a:rPr lang="en-GB" dirty="0"/>
              <a:t> in </a:t>
            </a:r>
            <a:r>
              <a:rPr lang="en-GB" dirty="0" err="1"/>
              <a:t>Matlab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 fontScale="92500" lnSpcReduction="20000"/>
          </a:bodyPr>
          <a:lstStyle/>
          <a:p>
            <a:r>
              <a:rPr lang="en-GB"/>
              <a:t>All possible Permutations of 3 distinguishable elements: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perms([1 2 3])</a:t>
            </a: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ans =</a:t>
            </a: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3     2     1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3     1     2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2     3     1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2     1     3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1     3     2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  1     2     3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25577B5-EA8D-A4C5-832E-5424980EA04D}"/>
              </a:ext>
            </a:extLst>
          </p:cNvPr>
          <p:cNvSpPr txBox="1">
            <a:spLocks/>
          </p:cNvSpPr>
          <p:nvPr/>
        </p:nvSpPr>
        <p:spPr>
          <a:xfrm>
            <a:off x="5137507" y="1845734"/>
            <a:ext cx="3749041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3">
                  <a:lumMod val="50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5740" indent="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3">
                  <a:lumMod val="50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3">
                  <a:lumMod val="50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7220" indent="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3">
                  <a:lumMod val="50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3">
                  <a:lumMod val="50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number of possible Permutations of 3 distinguishable elements: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factorial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07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Permutations</a:t>
            </a:r>
            <a:r>
              <a:rPr lang="en-GB" dirty="0"/>
              <a:t> in </a:t>
            </a:r>
            <a:r>
              <a:rPr lang="en-GB" dirty="0" err="1"/>
              <a:t>Matlab</a:t>
            </a:r>
            <a:endParaRPr lang="en-GB" dirty="0"/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372533" y="1845734"/>
            <a:ext cx="4199467" cy="29548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All possible Permutations</a:t>
            </a:r>
            <a:r>
              <a:rPr lang="hu-HU" sz="1800" dirty="0"/>
              <a:t> </a:t>
            </a:r>
            <a:r>
              <a:rPr lang="en-GB" sz="1800" dirty="0"/>
              <a:t>with</a:t>
            </a:r>
            <a:r>
              <a:rPr lang="hu-HU" sz="1800" dirty="0"/>
              <a:t> </a:t>
            </a:r>
            <a:r>
              <a:rPr lang="en-GB" sz="1800" dirty="0"/>
              <a:t>repetition: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unique(perms([1 1 3]),'rows')</a:t>
            </a:r>
          </a:p>
          <a:p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ans =</a:t>
            </a:r>
          </a:p>
          <a:p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1     1     3</a:t>
            </a:r>
          </a:p>
          <a:p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1     3     1</a:t>
            </a:r>
          </a:p>
          <a:p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3     1     1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artalom helye 2"/>
          <p:cNvSpPr txBox="1">
            <a:spLocks/>
          </p:cNvSpPr>
          <p:nvPr/>
        </p:nvSpPr>
        <p:spPr>
          <a:xfrm>
            <a:off x="296333" y="5367866"/>
            <a:ext cx="8627534" cy="140716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All possible Permutations</a:t>
            </a:r>
            <a:r>
              <a:rPr lang="hu-HU" sz="1800" dirty="0"/>
              <a:t> </a:t>
            </a:r>
            <a:r>
              <a:rPr lang="en-GB" sz="1800" dirty="0"/>
              <a:t>with</a:t>
            </a:r>
            <a:r>
              <a:rPr lang="hu-HU" sz="1800" dirty="0"/>
              <a:t> </a:t>
            </a:r>
            <a:r>
              <a:rPr lang="en-GB" sz="1800" dirty="0"/>
              <a:t>repetition:</a:t>
            </a:r>
          </a:p>
          <a:p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unique(perms([repelem(2,3)repelem(1,2)repelem(3,1)]),'rows')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22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Ordered selections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60" y="2834640"/>
                <a:ext cx="7694508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The number of ordered selections without repetition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pt-BR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pt-BR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1) =</m:t>
                      </m:r>
                      <m:f>
                        <m:f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GB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GB" sz="16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US" sz="1600" dirty="0"/>
                  <a:t>The number of o</a:t>
                </a:r>
                <a:r>
                  <a:rPr lang="en-GB" sz="1600" dirty="0" err="1"/>
                  <a:t>rdered</a:t>
                </a:r>
                <a:r>
                  <a:rPr lang="en-GB" sz="1600" dirty="0"/>
                  <a:t> selections with </a:t>
                </a:r>
                <a:r>
                  <a:rPr lang="en-US" sz="1600" dirty="0"/>
                  <a:t>repetition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⋅…⋅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groupChr>
                        </m:e>
                        <m:li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2834640"/>
                <a:ext cx="7694508" cy="4023360"/>
              </a:xfrm>
              <a:blipFill rotWithShape="0">
                <a:blip r:embed="rId2"/>
                <a:stretch>
                  <a:fillRect l="-396" t="-1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76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E06D41-1588-B780-545B-CE8663F9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Ordered selections</a:t>
            </a:r>
            <a:r>
              <a:rPr lang="hu-HU" dirty="0"/>
              <a:t> in </a:t>
            </a:r>
            <a:r>
              <a:rPr lang="hu-HU" dirty="0" err="1"/>
              <a:t>Matlab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C81ABFA-56EC-A1E4-A1EB-6340BD674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The number of ordered selections without repetition </a:t>
                </a:r>
                <a:r>
                  <a:rPr lang="hu-HU" sz="2000" dirty="0"/>
                  <a:t>of 4 </a:t>
                </a:r>
                <a:r>
                  <a:rPr lang="hu-HU" sz="2000" dirty="0" err="1"/>
                  <a:t>elements</a:t>
                </a:r>
                <a:r>
                  <a:rPr lang="hu-HU" sz="2000" dirty="0"/>
                  <a:t> out of 8 </a:t>
                </a:r>
                <a:r>
                  <a:rPr lang="en-US" sz="2000" dirty="0"/>
                  <a:t>is:</a:t>
                </a:r>
                <a:endParaRPr lang="hu-HU" sz="2000" dirty="0"/>
              </a:p>
              <a:p>
                <a:r>
                  <a:rPr lang="hu-HU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prod</a:t>
                </a:r>
                <a:r>
                  <a:rPr lang="hu-HU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(5:8)</a:t>
                </a:r>
              </a:p>
              <a:p>
                <a:r>
                  <a:rPr lang="hu-HU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ans</a:t>
                </a:r>
                <a:r>
                  <a:rPr lang="hu-HU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</a:p>
              <a:p>
                <a:r>
                  <a:rPr lang="hu-HU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1680</a:t>
                </a:r>
              </a:p>
              <a:p>
                <a:r>
                  <a:rPr lang="hu-HU" dirty="0" err="1">
                    <a:cs typeface="Courier New" panose="02070309020205020404" pitchFamily="49" charset="0"/>
                  </a:rPr>
                  <a:t>Since</a:t>
                </a:r>
                <a:r>
                  <a:rPr lang="hu-HU" dirty="0">
                    <a:cs typeface="Courier New" panose="02070309020205020404" pitchFamily="49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1) </m:t>
                      </m:r>
                    </m:oMath>
                  </m:oMathPara>
                </a14:m>
                <a:endParaRPr lang="hu-H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hu-HU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hu-HU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20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u-HU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5=1680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u-HU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hu-HU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C81ABFA-56EC-A1E4-A1EB-6340BD674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5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5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E06D41-1588-B780-545B-CE8663F9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Ordered selections</a:t>
            </a:r>
            <a:r>
              <a:rPr lang="hu-HU" dirty="0"/>
              <a:t> in </a:t>
            </a:r>
            <a:r>
              <a:rPr lang="hu-HU" dirty="0" err="1"/>
              <a:t>Matlab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81ABFA-56EC-A1E4-A1EB-6340BD674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number of ordered selections with repetition </a:t>
            </a:r>
            <a:r>
              <a:rPr lang="hu-HU" sz="2000" dirty="0"/>
              <a:t>of 4 </a:t>
            </a:r>
            <a:r>
              <a:rPr lang="hu-HU" sz="2000" dirty="0" err="1"/>
              <a:t>elements</a:t>
            </a:r>
            <a:r>
              <a:rPr lang="hu-HU" sz="2000" dirty="0"/>
              <a:t> out of 8 </a:t>
            </a:r>
            <a:r>
              <a:rPr lang="en-US" sz="2000" dirty="0"/>
              <a:t>is:</a:t>
            </a:r>
            <a:endParaRPr lang="hu-HU" sz="2000" dirty="0"/>
          </a:p>
          <a:p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caret</a:t>
            </a:r>
            <a:r>
              <a:rPr lang="hu-HU" dirty="0"/>
              <a:t> </a:t>
            </a:r>
            <a:r>
              <a:rPr lang="hu-HU" dirty="0" err="1"/>
              <a:t>symbol</a:t>
            </a:r>
            <a:r>
              <a:rPr lang="hu-HU" dirty="0"/>
              <a:t> (</a:t>
            </a:r>
            <a:r>
              <a:rPr lang="hu-HU" dirty="0" err="1"/>
              <a:t>ascii</a:t>
            </a:r>
            <a:r>
              <a:rPr lang="hu-HU" dirty="0"/>
              <a:t> </a:t>
            </a:r>
            <a:r>
              <a:rPr lang="hu-HU" dirty="0" err="1"/>
              <a:t>code</a:t>
            </a:r>
            <a:r>
              <a:rPr lang="hu-HU" dirty="0"/>
              <a:t>: alt+94=^):</a:t>
            </a:r>
            <a:endParaRPr lang="hu-HU" sz="2000" dirty="0"/>
          </a:p>
          <a:p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8^4</a:t>
            </a:r>
          </a:p>
          <a:p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  <a:p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(8,4)</a:t>
            </a:r>
          </a:p>
          <a:p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r>
              <a:rPr lang="hu-HU"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  <a:p>
            <a:endParaRPr lang="hu-HU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14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60" y="2834640"/>
                <a:ext cx="7543801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The number of combinations without replacement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!⋅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sz="1600" b="0" dirty="0"/>
              </a:p>
              <a:p>
                <a:endParaRPr lang="en-GB" sz="1600" b="0" dirty="0"/>
              </a:p>
              <a:p>
                <a:r>
                  <a:rPr lang="en-US" sz="1600" dirty="0"/>
                  <a:t>The number of combinations with replacement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!⋅</m:t>
                          </m:r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2834640"/>
                <a:ext cx="7543801" cy="4023360"/>
              </a:xfrm>
              <a:blipFill rotWithShape="0">
                <a:blip r:embed="rId2"/>
                <a:stretch>
                  <a:fillRect l="-404" t="-1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24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Combinations</a:t>
            </a:r>
            <a:r>
              <a:rPr lang="hu-HU" dirty="0"/>
              <a:t> in </a:t>
            </a:r>
            <a:r>
              <a:rPr lang="hu-HU" dirty="0" err="1"/>
              <a:t>Matlab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529666"/>
          </a:xfrm>
        </p:spPr>
        <p:txBody>
          <a:bodyPr>
            <a:normAutofit/>
          </a:bodyPr>
          <a:lstStyle/>
          <a:p>
            <a:r>
              <a:rPr lang="en-GB" sz="1600" dirty="0"/>
              <a:t>Number of combinations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nchoosek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(5,4)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=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5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4572000" y="1845734"/>
            <a:ext cx="3749041" cy="45296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Number of combinations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 = 2:2:10;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nchoosek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(v,4)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5×4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2     4     6     8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2     4     6    10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2     4     8    10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2     6     8    10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4     6     8    10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4283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Combinations</a:t>
            </a:r>
            <a:r>
              <a:rPr lang="hu-HU" dirty="0"/>
              <a:t> in </a:t>
            </a:r>
            <a:r>
              <a:rPr lang="hu-HU" dirty="0" err="1"/>
              <a:t>Matlab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/>
          </a:bodyPr>
          <a:lstStyle/>
          <a:p>
            <a:r>
              <a:rPr lang="en-GB" sz="1600" dirty="0"/>
              <a:t>Number of combinations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 = uint16([10 20 30]);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nchoosek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(v,uint16(2))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3x2 uint16 matrix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10   20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10   30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20   30</a:t>
            </a:r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4572000" y="1845734"/>
            <a:ext cx="3749041" cy="45296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Number of combinations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combnk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(1:4,2)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= 6×2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3     4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2     3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1     4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1     3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1     2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66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1.2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Find the number of possible arrangements of 8 castles on the chess board in a way</a:t>
            </a:r>
          </a:p>
          <a:p>
            <a:r>
              <a:rPr lang="en-US" sz="1600" dirty="0"/>
              <a:t>that they do not hit each other?</a:t>
            </a:r>
          </a:p>
          <a:p>
            <a:r>
              <a:rPr lang="en-US" sz="1600" dirty="0"/>
              <a:t>What is the result if we can distinguish between the </a:t>
            </a:r>
            <a:r>
              <a:rPr lang="en-GB" sz="1600" dirty="0"/>
              <a:t>castles?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560733" y="2512109"/>
                <a:ext cx="1490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=8!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733" y="2512109"/>
                <a:ext cx="14901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7520093" y="2881441"/>
                <a:ext cx="1490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093" y="2881441"/>
                <a:ext cx="149013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áblázat 10">
            <a:extLst>
              <a:ext uri="{FF2B5EF4-FFF2-40B4-BE49-F238E27FC236}">
                <a16:creationId xmlns:a16="http://schemas.microsoft.com/office/drawing/2014/main" id="{768F738D-BD89-840B-0907-D5BB828A3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43179"/>
              </p:ext>
            </p:extLst>
          </p:nvPr>
        </p:nvGraphicFramePr>
        <p:xfrm>
          <a:off x="781355" y="3817113"/>
          <a:ext cx="236651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814">
                  <a:extLst>
                    <a:ext uri="{9D8B030D-6E8A-4147-A177-3AD203B41FA5}">
                      <a16:colId xmlns:a16="http://schemas.microsoft.com/office/drawing/2014/main" val="161084762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3009336008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55775353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11099303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4658577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2782478332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1391242978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3217516493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822886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18447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674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29690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58075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099691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7578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42777"/>
                  </a:ext>
                </a:extLst>
              </a:tr>
            </a:tbl>
          </a:graphicData>
        </a:graphic>
      </p:graphicFrame>
      <p:sp>
        <p:nvSpPr>
          <p:cNvPr id="7" name="Szabadkézi sokszög: alakzat 6">
            <a:extLst>
              <a:ext uri="{FF2B5EF4-FFF2-40B4-BE49-F238E27FC236}">
                <a16:creationId xmlns:a16="http://schemas.microsoft.com/office/drawing/2014/main" id="{FF73863F-CCAA-DCE8-2206-197B9948EF54}"/>
              </a:ext>
            </a:extLst>
          </p:cNvPr>
          <p:cNvSpPr/>
          <p:nvPr/>
        </p:nvSpPr>
        <p:spPr>
          <a:xfrm>
            <a:off x="875994" y="593928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8" name="Szabadkézi sokszög: alakzat 7">
            <a:extLst>
              <a:ext uri="{FF2B5EF4-FFF2-40B4-BE49-F238E27FC236}">
                <a16:creationId xmlns:a16="http://schemas.microsoft.com/office/drawing/2014/main" id="{082D948A-42AB-0661-F14C-877525C24AB9}"/>
              </a:ext>
            </a:extLst>
          </p:cNvPr>
          <p:cNvSpPr/>
          <p:nvPr/>
        </p:nvSpPr>
        <p:spPr>
          <a:xfrm>
            <a:off x="1161744" y="534873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9" name="Szabadkézi sokszög: alakzat 8">
            <a:extLst>
              <a:ext uri="{FF2B5EF4-FFF2-40B4-BE49-F238E27FC236}">
                <a16:creationId xmlns:a16="http://schemas.microsoft.com/office/drawing/2014/main" id="{3E8FA9EB-A400-8A19-3FDD-799B4B9E8504}"/>
              </a:ext>
            </a:extLst>
          </p:cNvPr>
          <p:cNvSpPr/>
          <p:nvPr/>
        </p:nvSpPr>
        <p:spPr>
          <a:xfrm>
            <a:off x="1452257" y="4158107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0" name="Szabadkézi sokszög: alakzat 9">
            <a:extLst>
              <a:ext uri="{FF2B5EF4-FFF2-40B4-BE49-F238E27FC236}">
                <a16:creationId xmlns:a16="http://schemas.microsoft.com/office/drawing/2014/main" id="{0B754FF7-583D-64F7-22A4-4922FF787255}"/>
              </a:ext>
            </a:extLst>
          </p:cNvPr>
          <p:cNvSpPr/>
          <p:nvPr/>
        </p:nvSpPr>
        <p:spPr>
          <a:xfrm>
            <a:off x="1757056" y="4743895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1" name="Szabadkézi sokszög: alakzat 10">
            <a:extLst>
              <a:ext uri="{FF2B5EF4-FFF2-40B4-BE49-F238E27FC236}">
                <a16:creationId xmlns:a16="http://schemas.microsoft.com/office/drawing/2014/main" id="{6311853F-5414-D6DA-816A-6134D53FE6E8}"/>
              </a:ext>
            </a:extLst>
          </p:cNvPr>
          <p:cNvSpPr/>
          <p:nvPr/>
        </p:nvSpPr>
        <p:spPr>
          <a:xfrm>
            <a:off x="2076144" y="5639245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2" name="Szabadkézi sokszög: alakzat 11">
            <a:extLst>
              <a:ext uri="{FF2B5EF4-FFF2-40B4-BE49-F238E27FC236}">
                <a16:creationId xmlns:a16="http://schemas.microsoft.com/office/drawing/2014/main" id="{25AAEE5D-B9F1-FF85-7E0D-F747687CF26A}"/>
              </a:ext>
            </a:extLst>
          </p:cNvPr>
          <p:cNvSpPr/>
          <p:nvPr/>
        </p:nvSpPr>
        <p:spPr>
          <a:xfrm>
            <a:off x="2352369" y="3872357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3" name="Szabadkézi sokszög: alakzat 12">
            <a:extLst>
              <a:ext uri="{FF2B5EF4-FFF2-40B4-BE49-F238E27FC236}">
                <a16:creationId xmlns:a16="http://schemas.microsoft.com/office/drawing/2014/main" id="{0913DF79-01E3-76D4-98CA-3DF5E9C66652}"/>
              </a:ext>
            </a:extLst>
          </p:cNvPr>
          <p:cNvSpPr/>
          <p:nvPr/>
        </p:nvSpPr>
        <p:spPr>
          <a:xfrm>
            <a:off x="2661932" y="445338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4" name="Szabadkézi sokszög: alakzat 13">
            <a:extLst>
              <a:ext uri="{FF2B5EF4-FFF2-40B4-BE49-F238E27FC236}">
                <a16:creationId xmlns:a16="http://schemas.microsoft.com/office/drawing/2014/main" id="{44211762-B6BF-8709-8013-C42A63500739}"/>
              </a:ext>
            </a:extLst>
          </p:cNvPr>
          <p:cNvSpPr/>
          <p:nvPr/>
        </p:nvSpPr>
        <p:spPr>
          <a:xfrm>
            <a:off x="2938156" y="5048694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pic>
        <p:nvPicPr>
          <p:cNvPr id="15" name="Ábra 14" descr="Pipa egyszínű kitöltéssel">
            <a:extLst>
              <a:ext uri="{FF2B5EF4-FFF2-40B4-BE49-F238E27FC236}">
                <a16:creationId xmlns:a16="http://schemas.microsoft.com/office/drawing/2014/main" id="{6B940EAF-5DB9-F566-4F76-7C966CE42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9168" y="4628702"/>
            <a:ext cx="877192" cy="877192"/>
          </a:xfrm>
          <a:prstGeom prst="rect">
            <a:avLst/>
          </a:prstGeom>
        </p:spPr>
      </p:pic>
      <p:graphicFrame>
        <p:nvGraphicFramePr>
          <p:cNvPr id="16" name="Táblázat 10">
            <a:extLst>
              <a:ext uri="{FF2B5EF4-FFF2-40B4-BE49-F238E27FC236}">
                <a16:creationId xmlns:a16="http://schemas.microsoft.com/office/drawing/2014/main" id="{A914D2BD-3C91-76F6-9EF7-92E654B46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72662"/>
              </p:ext>
            </p:extLst>
          </p:nvPr>
        </p:nvGraphicFramePr>
        <p:xfrm>
          <a:off x="5081733" y="3817113"/>
          <a:ext cx="236651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814">
                  <a:extLst>
                    <a:ext uri="{9D8B030D-6E8A-4147-A177-3AD203B41FA5}">
                      <a16:colId xmlns:a16="http://schemas.microsoft.com/office/drawing/2014/main" val="161084762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3009336008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55775353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11099303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46585770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2782478332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1391242978"/>
                    </a:ext>
                  </a:extLst>
                </a:gridCol>
                <a:gridCol w="295814">
                  <a:extLst>
                    <a:ext uri="{9D8B030D-6E8A-4147-A177-3AD203B41FA5}">
                      <a16:colId xmlns:a16="http://schemas.microsoft.com/office/drawing/2014/main" val="3217516493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822886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18447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674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29690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58075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099691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75789"/>
                  </a:ext>
                </a:extLst>
              </a:tr>
              <a:tr h="237641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42777"/>
                  </a:ext>
                </a:extLst>
              </a:tr>
            </a:tbl>
          </a:graphicData>
        </a:graphic>
      </p:graphicFrame>
      <p:sp>
        <p:nvSpPr>
          <p:cNvPr id="17" name="Szabadkézi sokszög: alakzat 16">
            <a:extLst>
              <a:ext uri="{FF2B5EF4-FFF2-40B4-BE49-F238E27FC236}">
                <a16:creationId xmlns:a16="http://schemas.microsoft.com/office/drawing/2014/main" id="{CC2E2144-AC75-E9EF-178B-56D4922BA9A6}"/>
              </a:ext>
            </a:extLst>
          </p:cNvPr>
          <p:cNvSpPr/>
          <p:nvPr/>
        </p:nvSpPr>
        <p:spPr>
          <a:xfrm>
            <a:off x="5176372" y="593928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8" name="Szabadkézi sokszög: alakzat 17">
            <a:extLst>
              <a:ext uri="{FF2B5EF4-FFF2-40B4-BE49-F238E27FC236}">
                <a16:creationId xmlns:a16="http://schemas.microsoft.com/office/drawing/2014/main" id="{E988A35F-F8FA-B179-A483-A0EAF1185643}"/>
              </a:ext>
            </a:extLst>
          </p:cNvPr>
          <p:cNvSpPr/>
          <p:nvPr/>
        </p:nvSpPr>
        <p:spPr>
          <a:xfrm>
            <a:off x="5493872" y="593928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19" name="Szabadkézi sokszög: alakzat 18">
            <a:extLst>
              <a:ext uri="{FF2B5EF4-FFF2-40B4-BE49-F238E27FC236}">
                <a16:creationId xmlns:a16="http://schemas.microsoft.com/office/drawing/2014/main" id="{62BA5CBA-E348-54DE-05C9-D6EB496E76D9}"/>
              </a:ext>
            </a:extLst>
          </p:cNvPr>
          <p:cNvSpPr/>
          <p:nvPr/>
        </p:nvSpPr>
        <p:spPr>
          <a:xfrm>
            <a:off x="5752635" y="4158107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0" name="Szabadkézi sokszög: alakzat 19">
            <a:extLst>
              <a:ext uri="{FF2B5EF4-FFF2-40B4-BE49-F238E27FC236}">
                <a16:creationId xmlns:a16="http://schemas.microsoft.com/office/drawing/2014/main" id="{6495E861-7A9A-E4A5-E2E4-D13DDB0E7202}"/>
              </a:ext>
            </a:extLst>
          </p:cNvPr>
          <p:cNvSpPr/>
          <p:nvPr/>
        </p:nvSpPr>
        <p:spPr>
          <a:xfrm>
            <a:off x="5766128" y="476205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FF0000"/>
          </a:solidFill>
          <a:ln w="9525" cap="flat">
            <a:solidFill>
              <a:srgbClr val="FF000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1" name="Szabadkézi sokszög: alakzat 20">
            <a:extLst>
              <a:ext uri="{FF2B5EF4-FFF2-40B4-BE49-F238E27FC236}">
                <a16:creationId xmlns:a16="http://schemas.microsoft.com/office/drawing/2014/main" id="{94436F68-9786-9B1A-14EF-7CEA3821F99D}"/>
              </a:ext>
            </a:extLst>
          </p:cNvPr>
          <p:cNvSpPr/>
          <p:nvPr/>
        </p:nvSpPr>
        <p:spPr>
          <a:xfrm>
            <a:off x="6376522" y="5639245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2" name="Szabadkézi sokszög: alakzat 21">
            <a:extLst>
              <a:ext uri="{FF2B5EF4-FFF2-40B4-BE49-F238E27FC236}">
                <a16:creationId xmlns:a16="http://schemas.microsoft.com/office/drawing/2014/main" id="{515834AE-889F-D65C-4A7C-8B72BFC0422E}"/>
              </a:ext>
            </a:extLst>
          </p:cNvPr>
          <p:cNvSpPr/>
          <p:nvPr/>
        </p:nvSpPr>
        <p:spPr>
          <a:xfrm>
            <a:off x="6652747" y="3872357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3" name="Szabadkézi sokszög: alakzat 22">
            <a:extLst>
              <a:ext uri="{FF2B5EF4-FFF2-40B4-BE49-F238E27FC236}">
                <a16:creationId xmlns:a16="http://schemas.microsoft.com/office/drawing/2014/main" id="{895E4E93-922A-EA16-9044-1160478CD31E}"/>
              </a:ext>
            </a:extLst>
          </p:cNvPr>
          <p:cNvSpPr/>
          <p:nvPr/>
        </p:nvSpPr>
        <p:spPr>
          <a:xfrm>
            <a:off x="6962310" y="4453382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sp>
        <p:nvSpPr>
          <p:cNvPr id="24" name="Szabadkézi sokszög: alakzat 23">
            <a:extLst>
              <a:ext uri="{FF2B5EF4-FFF2-40B4-BE49-F238E27FC236}">
                <a16:creationId xmlns:a16="http://schemas.microsoft.com/office/drawing/2014/main" id="{55B0D369-231A-594A-16DF-5B888F2CD3AE}"/>
              </a:ext>
            </a:extLst>
          </p:cNvPr>
          <p:cNvSpPr/>
          <p:nvPr/>
        </p:nvSpPr>
        <p:spPr>
          <a:xfrm>
            <a:off x="7238534" y="5048694"/>
            <a:ext cx="126684" cy="214312"/>
          </a:xfrm>
          <a:custGeom>
            <a:avLst/>
            <a:gdLst>
              <a:gd name="connsiteX0" fmla="*/ 285750 w 323849"/>
              <a:gd name="connsiteY0" fmla="*/ 552450 h 628650"/>
              <a:gd name="connsiteX1" fmla="*/ 285750 w 323849"/>
              <a:gd name="connsiteY1" fmla="*/ 509045 h 628650"/>
              <a:gd name="connsiteX2" fmla="*/ 299688 w 323849"/>
              <a:gd name="connsiteY2" fmla="*/ 457164 h 628650"/>
              <a:gd name="connsiteX3" fmla="*/ 266700 w 323849"/>
              <a:gd name="connsiteY3" fmla="*/ 438150 h 628650"/>
              <a:gd name="connsiteX4" fmla="*/ 266309 w 323849"/>
              <a:gd name="connsiteY4" fmla="*/ 438150 h 628650"/>
              <a:gd name="connsiteX5" fmla="*/ 257975 w 323849"/>
              <a:gd name="connsiteY5" fmla="*/ 238030 h 628650"/>
              <a:gd name="connsiteX6" fmla="*/ 293782 w 323849"/>
              <a:gd name="connsiteY6" fmla="*/ 197768 h 628650"/>
              <a:gd name="connsiteX7" fmla="*/ 257261 w 323849"/>
              <a:gd name="connsiteY7" fmla="*/ 161925 h 628650"/>
              <a:gd name="connsiteX8" fmla="*/ 262366 w 323849"/>
              <a:gd name="connsiteY8" fmla="*/ 123673 h 628650"/>
              <a:gd name="connsiteX9" fmla="*/ 285750 w 323849"/>
              <a:gd name="connsiteY9" fmla="*/ 123673 h 628650"/>
              <a:gd name="connsiteX10" fmla="*/ 285750 w 323849"/>
              <a:gd name="connsiteY10" fmla="*/ 0 h 628650"/>
              <a:gd name="connsiteX11" fmla="*/ 219075 w 323849"/>
              <a:gd name="connsiteY11" fmla="*/ 0 h 628650"/>
              <a:gd name="connsiteX12" fmla="*/ 219075 w 323849"/>
              <a:gd name="connsiteY12" fmla="*/ 38100 h 628650"/>
              <a:gd name="connsiteX13" fmla="*/ 200025 w 323849"/>
              <a:gd name="connsiteY13" fmla="*/ 38100 h 628650"/>
              <a:gd name="connsiteX14" fmla="*/ 200025 w 323849"/>
              <a:gd name="connsiteY14" fmla="*/ 0 h 628650"/>
              <a:gd name="connsiteX15" fmla="*/ 123825 w 323849"/>
              <a:gd name="connsiteY15" fmla="*/ 0 h 628650"/>
              <a:gd name="connsiteX16" fmla="*/ 123825 w 323849"/>
              <a:gd name="connsiteY16" fmla="*/ 38100 h 628650"/>
              <a:gd name="connsiteX17" fmla="*/ 104775 w 323849"/>
              <a:gd name="connsiteY17" fmla="*/ 38100 h 628650"/>
              <a:gd name="connsiteX18" fmla="*/ 104775 w 323849"/>
              <a:gd name="connsiteY18" fmla="*/ 0 h 628650"/>
              <a:gd name="connsiteX19" fmla="*/ 38100 w 323849"/>
              <a:gd name="connsiteY19" fmla="*/ 0 h 628650"/>
              <a:gd name="connsiteX20" fmla="*/ 38100 w 323849"/>
              <a:gd name="connsiteY20" fmla="*/ 123663 h 628650"/>
              <a:gd name="connsiteX21" fmla="*/ 61484 w 323849"/>
              <a:gd name="connsiteY21" fmla="*/ 123663 h 628650"/>
              <a:gd name="connsiteX22" fmla="*/ 66589 w 323849"/>
              <a:gd name="connsiteY22" fmla="*/ 161925 h 628650"/>
              <a:gd name="connsiteX23" fmla="*/ 29929 w 323849"/>
              <a:gd name="connsiteY23" fmla="*/ 201413 h 628650"/>
              <a:gd name="connsiteX24" fmla="*/ 65875 w 323849"/>
              <a:gd name="connsiteY24" fmla="*/ 238039 h 628650"/>
              <a:gd name="connsiteX25" fmla="*/ 57541 w 323849"/>
              <a:gd name="connsiteY25" fmla="*/ 438150 h 628650"/>
              <a:gd name="connsiteX26" fmla="*/ 57150 w 323849"/>
              <a:gd name="connsiteY26" fmla="*/ 438150 h 628650"/>
              <a:gd name="connsiteX27" fmla="*/ 19036 w 323849"/>
              <a:gd name="connsiteY27" fmla="*/ 476007 h 628650"/>
              <a:gd name="connsiteX28" fmla="*/ 38100 w 323849"/>
              <a:gd name="connsiteY28" fmla="*/ 509073 h 628650"/>
              <a:gd name="connsiteX29" fmla="*/ 38100 w 323849"/>
              <a:gd name="connsiteY29" fmla="*/ 552450 h 628650"/>
              <a:gd name="connsiteX30" fmla="*/ 0 w 323849"/>
              <a:gd name="connsiteY30" fmla="*/ 552450 h 628650"/>
              <a:gd name="connsiteX31" fmla="*/ 0 w 323849"/>
              <a:gd name="connsiteY31" fmla="*/ 628650 h 628650"/>
              <a:gd name="connsiteX32" fmla="*/ 323850 w 323849"/>
              <a:gd name="connsiteY32" fmla="*/ 628650 h 628650"/>
              <a:gd name="connsiteX33" fmla="*/ 323850 w 323849"/>
              <a:gd name="connsiteY33" fmla="*/ 552450 h 628650"/>
              <a:gd name="connsiteX34" fmla="*/ 57150 w 323849"/>
              <a:gd name="connsiteY34" fmla="*/ 104613 h 628650"/>
              <a:gd name="connsiteX35" fmla="*/ 57150 w 323849"/>
              <a:gd name="connsiteY35" fmla="*/ 19050 h 628650"/>
              <a:gd name="connsiteX36" fmla="*/ 85725 w 323849"/>
              <a:gd name="connsiteY36" fmla="*/ 19050 h 628650"/>
              <a:gd name="connsiteX37" fmla="*/ 85725 w 323849"/>
              <a:gd name="connsiteY37" fmla="*/ 57150 h 628650"/>
              <a:gd name="connsiteX38" fmla="*/ 142875 w 323849"/>
              <a:gd name="connsiteY38" fmla="*/ 57150 h 628650"/>
              <a:gd name="connsiteX39" fmla="*/ 142875 w 323849"/>
              <a:gd name="connsiteY39" fmla="*/ 19050 h 628650"/>
              <a:gd name="connsiteX40" fmla="*/ 180975 w 323849"/>
              <a:gd name="connsiteY40" fmla="*/ 19050 h 628650"/>
              <a:gd name="connsiteX41" fmla="*/ 180975 w 323849"/>
              <a:gd name="connsiteY41" fmla="*/ 57150 h 628650"/>
              <a:gd name="connsiteX42" fmla="*/ 238125 w 323849"/>
              <a:gd name="connsiteY42" fmla="*/ 57150 h 628650"/>
              <a:gd name="connsiteX43" fmla="*/ 238125 w 323849"/>
              <a:gd name="connsiteY43" fmla="*/ 19050 h 628650"/>
              <a:gd name="connsiteX44" fmla="*/ 266700 w 323849"/>
              <a:gd name="connsiteY44" fmla="*/ 19050 h 628650"/>
              <a:gd name="connsiteX45" fmla="*/ 266700 w 323849"/>
              <a:gd name="connsiteY45" fmla="*/ 104642 h 628650"/>
              <a:gd name="connsiteX46" fmla="*/ 245688 w 323849"/>
              <a:gd name="connsiteY46" fmla="*/ 104642 h 628650"/>
              <a:gd name="connsiteX47" fmla="*/ 238039 w 323849"/>
              <a:gd name="connsiteY47" fmla="*/ 161925 h 628650"/>
              <a:gd name="connsiteX48" fmla="*/ 85811 w 323849"/>
              <a:gd name="connsiteY48" fmla="*/ 161925 h 628650"/>
              <a:gd name="connsiteX49" fmla="*/ 78191 w 323849"/>
              <a:gd name="connsiteY49" fmla="*/ 104632 h 628650"/>
              <a:gd name="connsiteX50" fmla="*/ 47625 w 323849"/>
              <a:gd name="connsiteY50" fmla="*/ 200025 h 628650"/>
              <a:gd name="connsiteX51" fmla="*/ 66675 w 323849"/>
              <a:gd name="connsiteY51" fmla="*/ 180975 h 628650"/>
              <a:gd name="connsiteX52" fmla="*/ 257175 w 323849"/>
              <a:gd name="connsiteY52" fmla="*/ 180975 h 628650"/>
              <a:gd name="connsiteX53" fmla="*/ 276225 w 323849"/>
              <a:gd name="connsiteY53" fmla="*/ 200025 h 628650"/>
              <a:gd name="connsiteX54" fmla="*/ 257175 w 323849"/>
              <a:gd name="connsiteY54" fmla="*/ 219075 h 628650"/>
              <a:gd name="connsiteX55" fmla="*/ 66675 w 323849"/>
              <a:gd name="connsiteY55" fmla="*/ 219075 h 628650"/>
              <a:gd name="connsiteX56" fmla="*/ 47625 w 323849"/>
              <a:gd name="connsiteY56" fmla="*/ 200025 h 628650"/>
              <a:gd name="connsiteX57" fmla="*/ 84944 w 323849"/>
              <a:gd name="connsiteY57" fmla="*/ 238125 h 628650"/>
              <a:gd name="connsiteX58" fmla="*/ 238916 w 323849"/>
              <a:gd name="connsiteY58" fmla="*/ 238125 h 628650"/>
              <a:gd name="connsiteX59" fmla="*/ 247250 w 323849"/>
              <a:gd name="connsiteY59" fmla="*/ 438150 h 628650"/>
              <a:gd name="connsiteX60" fmla="*/ 76600 w 323849"/>
              <a:gd name="connsiteY60" fmla="*/ 438150 h 628650"/>
              <a:gd name="connsiteX61" fmla="*/ 57150 w 323849"/>
              <a:gd name="connsiteY61" fmla="*/ 457200 h 628650"/>
              <a:gd name="connsiteX62" fmla="*/ 266700 w 323849"/>
              <a:gd name="connsiteY62" fmla="*/ 457200 h 628650"/>
              <a:gd name="connsiteX63" fmla="*/ 285750 w 323849"/>
              <a:gd name="connsiteY63" fmla="*/ 476250 h 628650"/>
              <a:gd name="connsiteX64" fmla="*/ 266700 w 323849"/>
              <a:gd name="connsiteY64" fmla="*/ 495300 h 628650"/>
              <a:gd name="connsiteX65" fmla="*/ 57150 w 323849"/>
              <a:gd name="connsiteY65" fmla="*/ 495300 h 628650"/>
              <a:gd name="connsiteX66" fmla="*/ 38100 w 323849"/>
              <a:gd name="connsiteY66" fmla="*/ 476250 h 628650"/>
              <a:gd name="connsiteX67" fmla="*/ 57150 w 323849"/>
              <a:gd name="connsiteY67" fmla="*/ 457200 h 628650"/>
              <a:gd name="connsiteX68" fmla="*/ 304800 w 323849"/>
              <a:gd name="connsiteY68" fmla="*/ 609600 h 628650"/>
              <a:gd name="connsiteX69" fmla="*/ 19050 w 323849"/>
              <a:gd name="connsiteY69" fmla="*/ 609600 h 628650"/>
              <a:gd name="connsiteX70" fmla="*/ 19050 w 323849"/>
              <a:gd name="connsiteY70" fmla="*/ 571500 h 628650"/>
              <a:gd name="connsiteX71" fmla="*/ 57150 w 323849"/>
              <a:gd name="connsiteY71" fmla="*/ 571500 h 628650"/>
              <a:gd name="connsiteX72" fmla="*/ 57150 w 323849"/>
              <a:gd name="connsiteY72" fmla="*/ 514350 h 628650"/>
              <a:gd name="connsiteX73" fmla="*/ 266700 w 323849"/>
              <a:gd name="connsiteY73" fmla="*/ 514350 h 628650"/>
              <a:gd name="connsiteX74" fmla="*/ 266700 w 323849"/>
              <a:gd name="connsiteY74" fmla="*/ 571500 h 628650"/>
              <a:gd name="connsiteX75" fmla="*/ 304800 w 323849"/>
              <a:gd name="connsiteY75" fmla="*/ 57150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23849" h="628650">
                <a:moveTo>
                  <a:pt x="285750" y="552450"/>
                </a:moveTo>
                <a:lnTo>
                  <a:pt x="285750" y="509045"/>
                </a:lnTo>
                <a:cubicBezTo>
                  <a:pt x="303925" y="498567"/>
                  <a:pt x="310165" y="475339"/>
                  <a:pt x="299688" y="457164"/>
                </a:cubicBezTo>
                <a:cubicBezTo>
                  <a:pt x="292891" y="445375"/>
                  <a:pt x="280307" y="438121"/>
                  <a:pt x="266700" y="438150"/>
                </a:cubicBezTo>
                <a:lnTo>
                  <a:pt x="266309" y="438150"/>
                </a:lnTo>
                <a:lnTo>
                  <a:pt x="257975" y="238030"/>
                </a:lnTo>
                <a:cubicBezTo>
                  <a:pt x="278982" y="236799"/>
                  <a:pt x="295012" y="218773"/>
                  <a:pt x="293782" y="197768"/>
                </a:cubicBezTo>
                <a:cubicBezTo>
                  <a:pt x="292637" y="178206"/>
                  <a:pt x="276840" y="162703"/>
                  <a:pt x="257261" y="161925"/>
                </a:cubicBezTo>
                <a:lnTo>
                  <a:pt x="262366" y="123673"/>
                </a:lnTo>
                <a:lnTo>
                  <a:pt x="285750" y="123673"/>
                </a:lnTo>
                <a:lnTo>
                  <a:pt x="285750" y="0"/>
                </a:lnTo>
                <a:lnTo>
                  <a:pt x="219075" y="0"/>
                </a:lnTo>
                <a:lnTo>
                  <a:pt x="219075" y="38100"/>
                </a:lnTo>
                <a:lnTo>
                  <a:pt x="200025" y="38100"/>
                </a:lnTo>
                <a:lnTo>
                  <a:pt x="200025" y="0"/>
                </a:lnTo>
                <a:lnTo>
                  <a:pt x="123825" y="0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0"/>
                </a:lnTo>
                <a:lnTo>
                  <a:pt x="38100" y="0"/>
                </a:lnTo>
                <a:lnTo>
                  <a:pt x="38100" y="123663"/>
                </a:lnTo>
                <a:lnTo>
                  <a:pt x="61484" y="123663"/>
                </a:lnTo>
                <a:lnTo>
                  <a:pt x="66589" y="161925"/>
                </a:lnTo>
                <a:cubicBezTo>
                  <a:pt x="45562" y="162706"/>
                  <a:pt x="29148" y="180385"/>
                  <a:pt x="29929" y="201413"/>
                </a:cubicBezTo>
                <a:cubicBezTo>
                  <a:pt x="30659" y="221070"/>
                  <a:pt x="46234" y="236940"/>
                  <a:pt x="65875" y="238039"/>
                </a:cubicBezTo>
                <a:lnTo>
                  <a:pt x="57541" y="438150"/>
                </a:lnTo>
                <a:lnTo>
                  <a:pt x="57150" y="438150"/>
                </a:lnTo>
                <a:cubicBezTo>
                  <a:pt x="36171" y="438079"/>
                  <a:pt x="19107" y="455028"/>
                  <a:pt x="19036" y="476007"/>
                </a:cubicBezTo>
                <a:cubicBezTo>
                  <a:pt x="18990" y="489654"/>
                  <a:pt x="26267" y="502275"/>
                  <a:pt x="38100" y="509073"/>
                </a:cubicBezTo>
                <a:lnTo>
                  <a:pt x="38100" y="552450"/>
                </a:lnTo>
                <a:lnTo>
                  <a:pt x="0" y="552450"/>
                </a:lnTo>
                <a:lnTo>
                  <a:pt x="0" y="628650"/>
                </a:lnTo>
                <a:lnTo>
                  <a:pt x="323850" y="628650"/>
                </a:lnTo>
                <a:lnTo>
                  <a:pt x="323850" y="552450"/>
                </a:lnTo>
                <a:close/>
                <a:moveTo>
                  <a:pt x="57150" y="104613"/>
                </a:moveTo>
                <a:lnTo>
                  <a:pt x="57150" y="19050"/>
                </a:lnTo>
                <a:lnTo>
                  <a:pt x="85725" y="19050"/>
                </a:lnTo>
                <a:lnTo>
                  <a:pt x="85725" y="57150"/>
                </a:lnTo>
                <a:lnTo>
                  <a:pt x="142875" y="57150"/>
                </a:lnTo>
                <a:lnTo>
                  <a:pt x="142875" y="19050"/>
                </a:lnTo>
                <a:lnTo>
                  <a:pt x="180975" y="19050"/>
                </a:lnTo>
                <a:lnTo>
                  <a:pt x="180975" y="57150"/>
                </a:lnTo>
                <a:lnTo>
                  <a:pt x="238125" y="57150"/>
                </a:lnTo>
                <a:lnTo>
                  <a:pt x="238125" y="19050"/>
                </a:lnTo>
                <a:lnTo>
                  <a:pt x="266700" y="19050"/>
                </a:lnTo>
                <a:lnTo>
                  <a:pt x="266700" y="104642"/>
                </a:lnTo>
                <a:lnTo>
                  <a:pt x="245688" y="104642"/>
                </a:lnTo>
                <a:lnTo>
                  <a:pt x="238039" y="161925"/>
                </a:lnTo>
                <a:lnTo>
                  <a:pt x="85811" y="161925"/>
                </a:lnTo>
                <a:lnTo>
                  <a:pt x="78191" y="104632"/>
                </a:lnTo>
                <a:close/>
                <a:moveTo>
                  <a:pt x="47625" y="200025"/>
                </a:moveTo>
                <a:cubicBezTo>
                  <a:pt x="47625" y="189504"/>
                  <a:pt x="56154" y="180975"/>
                  <a:pt x="66675" y="180975"/>
                </a:cubicBezTo>
                <a:lnTo>
                  <a:pt x="257175" y="180975"/>
                </a:lnTo>
                <a:cubicBezTo>
                  <a:pt x="267696" y="180975"/>
                  <a:pt x="276225" y="189504"/>
                  <a:pt x="276225" y="200025"/>
                </a:cubicBezTo>
                <a:cubicBezTo>
                  <a:pt x="276225" y="210546"/>
                  <a:pt x="267696" y="219075"/>
                  <a:pt x="257175" y="219075"/>
                </a:cubicBezTo>
                <a:lnTo>
                  <a:pt x="66675" y="219075"/>
                </a:lnTo>
                <a:cubicBezTo>
                  <a:pt x="56154" y="219075"/>
                  <a:pt x="47625" y="210546"/>
                  <a:pt x="47625" y="200025"/>
                </a:cubicBezTo>
                <a:close/>
                <a:moveTo>
                  <a:pt x="84944" y="238125"/>
                </a:moveTo>
                <a:lnTo>
                  <a:pt x="238916" y="238125"/>
                </a:lnTo>
                <a:lnTo>
                  <a:pt x="247250" y="438150"/>
                </a:lnTo>
                <a:lnTo>
                  <a:pt x="76600" y="438150"/>
                </a:lnTo>
                <a:close/>
                <a:moveTo>
                  <a:pt x="57150" y="457200"/>
                </a:moveTo>
                <a:lnTo>
                  <a:pt x="266700" y="457200"/>
                </a:lnTo>
                <a:cubicBezTo>
                  <a:pt x="277221" y="457200"/>
                  <a:pt x="285750" y="465729"/>
                  <a:pt x="285750" y="476250"/>
                </a:cubicBezTo>
                <a:cubicBezTo>
                  <a:pt x="285750" y="486771"/>
                  <a:pt x="277221" y="495300"/>
                  <a:pt x="266700" y="495300"/>
                </a:cubicBezTo>
                <a:lnTo>
                  <a:pt x="57150" y="495300"/>
                </a:lnTo>
                <a:cubicBezTo>
                  <a:pt x="46629" y="495300"/>
                  <a:pt x="38100" y="486771"/>
                  <a:pt x="38100" y="476250"/>
                </a:cubicBezTo>
                <a:cubicBezTo>
                  <a:pt x="38100" y="465729"/>
                  <a:pt x="46629" y="457200"/>
                  <a:pt x="57150" y="457200"/>
                </a:cubicBezTo>
                <a:close/>
                <a:moveTo>
                  <a:pt x="304800" y="609600"/>
                </a:moveTo>
                <a:lnTo>
                  <a:pt x="19050" y="609600"/>
                </a:lnTo>
                <a:lnTo>
                  <a:pt x="19050" y="571500"/>
                </a:lnTo>
                <a:lnTo>
                  <a:pt x="57150" y="571500"/>
                </a:lnTo>
                <a:lnTo>
                  <a:pt x="57150" y="514350"/>
                </a:lnTo>
                <a:lnTo>
                  <a:pt x="266700" y="514350"/>
                </a:lnTo>
                <a:lnTo>
                  <a:pt x="266700" y="571500"/>
                </a:lnTo>
                <a:lnTo>
                  <a:pt x="304800" y="5715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hu-HU"/>
          </a:p>
        </p:txBody>
      </p:sp>
      <p:pic>
        <p:nvPicPr>
          <p:cNvPr id="25" name="Ábra 24" descr="Bezárás egyszínű kitöltéssel">
            <a:extLst>
              <a:ext uri="{FF2B5EF4-FFF2-40B4-BE49-F238E27FC236}">
                <a16:creationId xmlns:a16="http://schemas.microsoft.com/office/drawing/2014/main" id="{FF6F7AFD-EC26-3911-6CAF-CBBAFA6E40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8245" y="4567237"/>
            <a:ext cx="914400" cy="914400"/>
          </a:xfrm>
          <a:prstGeom prst="rect">
            <a:avLst/>
          </a:prstGeom>
        </p:spPr>
      </p:pic>
      <p:sp>
        <p:nvSpPr>
          <p:cNvPr id="26" name="Szövegdoboz 25">
            <a:extLst>
              <a:ext uri="{FF2B5EF4-FFF2-40B4-BE49-F238E27FC236}">
                <a16:creationId xmlns:a16="http://schemas.microsoft.com/office/drawing/2014/main" id="{EB4BC7F8-9F42-9206-4CFF-EF51716E8361}"/>
              </a:ext>
            </a:extLst>
          </p:cNvPr>
          <p:cNvSpPr txBox="1"/>
          <p:nvPr/>
        </p:nvSpPr>
        <p:spPr>
          <a:xfrm>
            <a:off x="705713" y="3346096"/>
            <a:ext cx="52257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hu-HU" dirty="0" err="1">
                <a:solidFill>
                  <a:srgbClr val="00B050"/>
                </a:solidFill>
              </a:rPr>
              <a:t>Help</a:t>
            </a:r>
            <a:r>
              <a:rPr lang="hu-HU" dirty="0">
                <a:solidFill>
                  <a:srgbClr val="00B050"/>
                </a:solidFill>
              </a:rPr>
              <a:t>:</a:t>
            </a:r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21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1.3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How many real four digit numbers (they can not start with zero) can be formed from</a:t>
            </a:r>
          </a:p>
          <a:p>
            <a:r>
              <a:rPr lang="en-GB" sz="1600" dirty="0"/>
              <a:t>digits 0, 1, 2, 3, 4, 5, 6?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7520093" y="2546062"/>
                <a:ext cx="1490134" cy="37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u-H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u-H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093" y="2546062"/>
                <a:ext cx="1490134" cy="374205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95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1.4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We have 12 books on the shelf. How many ways can the books be arranged on the shelf if 3 particular books must to be next to each other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if the order of the three books does not count?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if the order of the three books does count?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6764868" y="2465156"/>
                <a:ext cx="224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=10!</m:t>
                    </m:r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868" y="2465156"/>
                <a:ext cx="2245359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174" t="-8197" b="-19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/>
              <p:cNvSpPr txBox="1"/>
              <p:nvPr/>
            </p:nvSpPr>
            <p:spPr>
              <a:xfrm>
                <a:off x="6764868" y="2834488"/>
                <a:ext cx="2245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lphaLcParenR" startAt="2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=10!⋅3!</m:t>
                    </m:r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Szövegdoboz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868" y="2834488"/>
                <a:ext cx="2245360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174" t="-8197" b="-19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11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  <a:cs typeface="Arial" panose="020B0604020202020204" pitchFamily="34" charset="0"/>
              </a:rPr>
              <a:t>Exercise 1.6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 how many ways can 7 people be arranged around a round table?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593343" y="1845734"/>
                <a:ext cx="773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=6!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343" y="1845734"/>
                <a:ext cx="773417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087" r="-6299" b="-1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Csoportba foglalás 28"/>
          <p:cNvGrpSpPr/>
          <p:nvPr/>
        </p:nvGrpSpPr>
        <p:grpSpPr>
          <a:xfrm>
            <a:off x="745920" y="3697701"/>
            <a:ext cx="7537982" cy="1842364"/>
            <a:chOff x="745920" y="3697701"/>
            <a:chExt cx="7537982" cy="1842364"/>
          </a:xfrm>
        </p:grpSpPr>
        <p:sp>
          <p:nvSpPr>
            <p:cNvPr id="5" name="Szövegdoboz 4"/>
            <p:cNvSpPr txBox="1"/>
            <p:nvPr/>
          </p:nvSpPr>
          <p:spPr>
            <a:xfrm>
              <a:off x="745920" y="3697701"/>
              <a:ext cx="4563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hu-HU" dirty="0">
                  <a:solidFill>
                    <a:srgbClr val="00B050"/>
                  </a:solidFill>
                </a:rPr>
                <a:t>Hint:</a:t>
              </a:r>
              <a:endParaRPr lang="en-GB" dirty="0">
                <a:solidFill>
                  <a:srgbClr val="00B050"/>
                </a:solidFill>
              </a:endParaRPr>
            </a:p>
          </p:txBody>
        </p:sp>
        <p:sp>
          <p:nvSpPr>
            <p:cNvPr id="6" name="Ellipszis 5"/>
            <p:cNvSpPr/>
            <p:nvPr/>
          </p:nvSpPr>
          <p:spPr>
            <a:xfrm>
              <a:off x="1202264" y="4205533"/>
              <a:ext cx="965200" cy="965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Szövegdoboz 6"/>
            <p:cNvSpPr txBox="1"/>
            <p:nvPr/>
          </p:nvSpPr>
          <p:spPr>
            <a:xfrm>
              <a:off x="2167464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</a:t>
              </a:r>
              <a:endParaRPr lang="en-GB" dirty="0"/>
            </a:p>
          </p:txBody>
        </p:sp>
        <p:sp>
          <p:nvSpPr>
            <p:cNvPr id="8" name="Szövegdoboz 7"/>
            <p:cNvSpPr txBox="1"/>
            <p:nvPr/>
          </p:nvSpPr>
          <p:spPr>
            <a:xfrm>
              <a:off x="1533948" y="3836201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A</a:t>
              </a:r>
              <a:endParaRPr lang="en-GB" dirty="0"/>
            </a:p>
          </p:txBody>
        </p:sp>
        <p:sp>
          <p:nvSpPr>
            <p:cNvPr id="9" name="Szövegdoboz 8"/>
            <p:cNvSpPr txBox="1"/>
            <p:nvPr/>
          </p:nvSpPr>
          <p:spPr>
            <a:xfrm>
              <a:off x="1533948" y="5170733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C</a:t>
              </a:r>
              <a:endParaRPr lang="en-GB" dirty="0"/>
            </a:p>
          </p:txBody>
        </p:sp>
        <p:sp>
          <p:nvSpPr>
            <p:cNvPr id="10" name="Szövegdoboz 9"/>
            <p:cNvSpPr txBox="1"/>
            <p:nvPr/>
          </p:nvSpPr>
          <p:spPr>
            <a:xfrm>
              <a:off x="900433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D</a:t>
              </a:r>
              <a:endParaRPr lang="en-GB" dirty="0"/>
            </a:p>
          </p:txBody>
        </p:sp>
        <p:sp>
          <p:nvSpPr>
            <p:cNvPr id="11" name="Ellipszis 10"/>
            <p:cNvSpPr/>
            <p:nvPr/>
          </p:nvSpPr>
          <p:spPr>
            <a:xfrm>
              <a:off x="3124848" y="4205533"/>
              <a:ext cx="965200" cy="965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Szövegdoboz 11"/>
            <p:cNvSpPr txBox="1"/>
            <p:nvPr/>
          </p:nvSpPr>
          <p:spPr>
            <a:xfrm>
              <a:off x="4090048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A</a:t>
              </a:r>
              <a:endParaRPr lang="en-GB" dirty="0"/>
            </a:p>
          </p:txBody>
        </p:sp>
        <p:sp>
          <p:nvSpPr>
            <p:cNvPr id="13" name="Szövegdoboz 12"/>
            <p:cNvSpPr txBox="1"/>
            <p:nvPr/>
          </p:nvSpPr>
          <p:spPr>
            <a:xfrm>
              <a:off x="3456532" y="3836201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D</a:t>
              </a:r>
              <a:endParaRPr lang="en-GB" dirty="0"/>
            </a:p>
          </p:txBody>
        </p:sp>
        <p:sp>
          <p:nvSpPr>
            <p:cNvPr id="14" name="Szövegdoboz 13"/>
            <p:cNvSpPr txBox="1"/>
            <p:nvPr/>
          </p:nvSpPr>
          <p:spPr>
            <a:xfrm>
              <a:off x="3456532" y="5170733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</a:t>
              </a:r>
              <a:endParaRPr lang="en-GB" dirty="0"/>
            </a:p>
          </p:txBody>
        </p:sp>
        <p:sp>
          <p:nvSpPr>
            <p:cNvPr id="15" name="Szövegdoboz 14"/>
            <p:cNvSpPr txBox="1"/>
            <p:nvPr/>
          </p:nvSpPr>
          <p:spPr>
            <a:xfrm>
              <a:off x="2823017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C</a:t>
              </a:r>
              <a:endParaRPr lang="en-GB" dirty="0"/>
            </a:p>
          </p:txBody>
        </p:sp>
        <p:sp>
          <p:nvSpPr>
            <p:cNvPr id="16" name="Ellipszis 15"/>
            <p:cNvSpPr/>
            <p:nvPr/>
          </p:nvSpPr>
          <p:spPr>
            <a:xfrm>
              <a:off x="4984546" y="4205533"/>
              <a:ext cx="965200" cy="965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Szövegdoboz 16"/>
            <p:cNvSpPr txBox="1"/>
            <p:nvPr/>
          </p:nvSpPr>
          <p:spPr>
            <a:xfrm>
              <a:off x="5949746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D</a:t>
              </a:r>
              <a:endParaRPr lang="en-GB" dirty="0"/>
            </a:p>
          </p:txBody>
        </p:sp>
        <p:sp>
          <p:nvSpPr>
            <p:cNvPr id="18" name="Szövegdoboz 17"/>
            <p:cNvSpPr txBox="1"/>
            <p:nvPr/>
          </p:nvSpPr>
          <p:spPr>
            <a:xfrm>
              <a:off x="5316230" y="3836201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C</a:t>
              </a:r>
              <a:endParaRPr lang="en-GB" dirty="0"/>
            </a:p>
          </p:txBody>
        </p:sp>
        <p:sp>
          <p:nvSpPr>
            <p:cNvPr id="19" name="Szövegdoboz 18"/>
            <p:cNvSpPr txBox="1"/>
            <p:nvPr/>
          </p:nvSpPr>
          <p:spPr>
            <a:xfrm>
              <a:off x="5316230" y="5170733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A</a:t>
              </a:r>
              <a:endParaRPr lang="en-GB" dirty="0"/>
            </a:p>
          </p:txBody>
        </p:sp>
        <p:sp>
          <p:nvSpPr>
            <p:cNvPr id="20" name="Szövegdoboz 19"/>
            <p:cNvSpPr txBox="1"/>
            <p:nvPr/>
          </p:nvSpPr>
          <p:spPr>
            <a:xfrm>
              <a:off x="4682715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</a:t>
              </a:r>
              <a:endParaRPr lang="en-GB" dirty="0"/>
            </a:p>
          </p:txBody>
        </p:sp>
        <p:sp>
          <p:nvSpPr>
            <p:cNvPr id="21" name="Ellipszis 20"/>
            <p:cNvSpPr/>
            <p:nvPr/>
          </p:nvSpPr>
          <p:spPr>
            <a:xfrm>
              <a:off x="7016871" y="4205533"/>
              <a:ext cx="965200" cy="965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Szövegdoboz 21"/>
            <p:cNvSpPr txBox="1"/>
            <p:nvPr/>
          </p:nvSpPr>
          <p:spPr>
            <a:xfrm>
              <a:off x="7982071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C</a:t>
              </a:r>
              <a:endParaRPr lang="en-GB" dirty="0"/>
            </a:p>
          </p:txBody>
        </p:sp>
        <p:sp>
          <p:nvSpPr>
            <p:cNvPr id="23" name="Szövegdoboz 22"/>
            <p:cNvSpPr txBox="1"/>
            <p:nvPr/>
          </p:nvSpPr>
          <p:spPr>
            <a:xfrm>
              <a:off x="7348555" y="3836201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</a:t>
              </a:r>
              <a:endParaRPr lang="en-GB" dirty="0"/>
            </a:p>
          </p:txBody>
        </p:sp>
        <p:sp>
          <p:nvSpPr>
            <p:cNvPr id="24" name="Szövegdoboz 23"/>
            <p:cNvSpPr txBox="1"/>
            <p:nvPr/>
          </p:nvSpPr>
          <p:spPr>
            <a:xfrm>
              <a:off x="7348555" y="5170733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D</a:t>
              </a:r>
              <a:endParaRPr lang="en-GB" dirty="0"/>
            </a:p>
          </p:txBody>
        </p:sp>
        <p:sp>
          <p:nvSpPr>
            <p:cNvPr id="25" name="Szövegdoboz 24"/>
            <p:cNvSpPr txBox="1"/>
            <p:nvPr/>
          </p:nvSpPr>
          <p:spPr>
            <a:xfrm>
              <a:off x="6715040" y="4503467"/>
              <a:ext cx="301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A</a:t>
              </a:r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Szövegdoboz 25"/>
                <p:cNvSpPr txBox="1"/>
                <p:nvPr/>
              </p:nvSpPr>
              <p:spPr>
                <a:xfrm>
                  <a:off x="2455333" y="4503467"/>
                  <a:ext cx="2370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en-GB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Szövegdoboz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5333" y="4503467"/>
                  <a:ext cx="237066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Szövegdoboz 26"/>
                <p:cNvSpPr txBox="1"/>
                <p:nvPr/>
              </p:nvSpPr>
              <p:spPr>
                <a:xfrm>
                  <a:off x="4330224" y="4503467"/>
                  <a:ext cx="2370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en-GB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Szövegdoboz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224" y="4503467"/>
                  <a:ext cx="237066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Szövegdoboz 27"/>
                <p:cNvSpPr txBox="1"/>
                <p:nvPr/>
              </p:nvSpPr>
              <p:spPr>
                <a:xfrm>
                  <a:off x="6378578" y="4503467"/>
                  <a:ext cx="2370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en-GB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Szövegdoboz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8578" y="4503467"/>
                  <a:ext cx="237066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309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1.7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 how many ways can 5 men and 5 women be arranged around a round table if neither two men, nor two women can sit next to each other?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7581950" y="2694950"/>
                <a:ext cx="15193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=4!⋅5!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50" y="2694950"/>
                <a:ext cx="1519327" cy="276999"/>
              </a:xfrm>
              <a:prstGeom prst="rect">
                <a:avLst/>
              </a:prstGeom>
              <a:blipFill>
                <a:blip r:embed="rId2"/>
                <a:stretch>
                  <a:fillRect l="-3614" r="-3213" b="-1739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7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1.9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Three postmen must deliver six letters. Find the number of possible distribution of </a:t>
            </a:r>
            <a:r>
              <a:rPr lang="en-GB" sz="1600" dirty="0"/>
              <a:t>the letters.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8159500" y="2065868"/>
                <a:ext cx="984500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6,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500" y="2065868"/>
                <a:ext cx="984500" cy="313547"/>
              </a:xfrm>
              <a:prstGeom prst="rect">
                <a:avLst/>
              </a:prstGeom>
              <a:blipFill rotWithShape="0">
                <a:blip r:embed="rId2"/>
                <a:stretch>
                  <a:fillRect l="-5590" r="-1863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54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1.11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Find the number of possible fillings of a lottery coupon (5 numbers from 90).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7195774" y="2659686"/>
                <a:ext cx="1948226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0!</m:t>
                          </m:r>
                        </m:num>
                        <m:den>
                          <m:r>
                            <a:rPr lang="en-GB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5!⋅</m:t>
                          </m:r>
                          <m:d>
                            <m:dPr>
                              <m:ctrlPr>
                                <a:rPr lang="en-GB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90−5</m:t>
                              </m:r>
                            </m:e>
                          </m:d>
                          <m:r>
                            <a:rPr lang="en-GB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774" y="2659686"/>
                <a:ext cx="1948226" cy="5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47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  <a:cs typeface="Arial" panose="020B0604020202020204" pitchFamily="34" charset="0"/>
              </a:rPr>
              <a:t>Exercise 1.12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Find the number of possible paths from the origin to the point (5; 3) if we can walk only on points with integer coordinates and we can step only upwards and right.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8341614" y="2637758"/>
                <a:ext cx="441596" cy="317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u-HU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hu-HU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,5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14" y="2637758"/>
                <a:ext cx="441596" cy="317908"/>
              </a:xfrm>
              <a:prstGeom prst="rect">
                <a:avLst/>
              </a:prstGeom>
              <a:blipFill>
                <a:blip r:embed="rId2"/>
                <a:stretch>
                  <a:fillRect l="-10959" t="-3846" r="-5479" b="-1730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Csoportba foglalás 18"/>
          <p:cNvGrpSpPr/>
          <p:nvPr/>
        </p:nvGrpSpPr>
        <p:grpSpPr>
          <a:xfrm>
            <a:off x="753966" y="2817167"/>
            <a:ext cx="7973050" cy="3465993"/>
            <a:chOff x="753966" y="2817167"/>
            <a:chExt cx="7973050" cy="3465993"/>
          </a:xfrm>
        </p:grpSpPr>
        <p:graphicFrame>
          <p:nvGraphicFramePr>
            <p:cNvPr id="6" name="Diagram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01985191"/>
                </p:ext>
              </p:extLst>
            </p:nvPr>
          </p:nvGraphicFramePr>
          <p:xfrm>
            <a:off x="1017111" y="3073400"/>
            <a:ext cx="3766555" cy="31843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2" name="Diagram 1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24692680"/>
                </p:ext>
              </p:extLst>
            </p:nvPr>
          </p:nvGraphicFramePr>
          <p:xfrm>
            <a:off x="4960461" y="3098800"/>
            <a:ext cx="3766555" cy="31843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Szabadkézi sokszög 15"/>
            <p:cNvSpPr/>
            <p:nvPr/>
          </p:nvSpPr>
          <p:spPr>
            <a:xfrm>
              <a:off x="5207000" y="4159250"/>
              <a:ext cx="2794000" cy="1835150"/>
            </a:xfrm>
            <a:custGeom>
              <a:avLst/>
              <a:gdLst>
                <a:gd name="connsiteX0" fmla="*/ 0 w 2794000"/>
                <a:gd name="connsiteY0" fmla="*/ 1822450 h 1835150"/>
                <a:gd name="connsiteX1" fmla="*/ 558800 w 2794000"/>
                <a:gd name="connsiteY1" fmla="*/ 1835150 h 1835150"/>
                <a:gd name="connsiteX2" fmla="*/ 558800 w 2794000"/>
                <a:gd name="connsiteY2" fmla="*/ 622300 h 1835150"/>
                <a:gd name="connsiteX3" fmla="*/ 2247900 w 2794000"/>
                <a:gd name="connsiteY3" fmla="*/ 622300 h 1835150"/>
                <a:gd name="connsiteX4" fmla="*/ 2241550 w 2794000"/>
                <a:gd name="connsiteY4" fmla="*/ 0 h 1835150"/>
                <a:gd name="connsiteX5" fmla="*/ 2794000 w 2794000"/>
                <a:gd name="connsiteY5" fmla="*/ 6350 h 183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94000" h="1835150">
                  <a:moveTo>
                    <a:pt x="0" y="1822450"/>
                  </a:moveTo>
                  <a:lnTo>
                    <a:pt x="558800" y="1835150"/>
                  </a:lnTo>
                  <a:lnTo>
                    <a:pt x="558800" y="622300"/>
                  </a:lnTo>
                  <a:lnTo>
                    <a:pt x="2247900" y="622300"/>
                  </a:lnTo>
                  <a:cubicBezTo>
                    <a:pt x="2245783" y="414867"/>
                    <a:pt x="2243667" y="207433"/>
                    <a:pt x="2241550" y="0"/>
                  </a:cubicBezTo>
                  <a:lnTo>
                    <a:pt x="2794000" y="635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Szabadkézi sokszög 16"/>
            <p:cNvSpPr/>
            <p:nvPr/>
          </p:nvSpPr>
          <p:spPr>
            <a:xfrm>
              <a:off x="1250950" y="4133850"/>
              <a:ext cx="2813050" cy="1816100"/>
            </a:xfrm>
            <a:custGeom>
              <a:avLst/>
              <a:gdLst>
                <a:gd name="connsiteX0" fmla="*/ 0 w 2813050"/>
                <a:gd name="connsiteY0" fmla="*/ 1816100 h 1816100"/>
                <a:gd name="connsiteX1" fmla="*/ 0 w 2813050"/>
                <a:gd name="connsiteY1" fmla="*/ 1212850 h 1816100"/>
                <a:gd name="connsiteX2" fmla="*/ 1701800 w 2813050"/>
                <a:gd name="connsiteY2" fmla="*/ 1212850 h 1816100"/>
                <a:gd name="connsiteX3" fmla="*/ 1701800 w 2813050"/>
                <a:gd name="connsiteY3" fmla="*/ 609600 h 1816100"/>
                <a:gd name="connsiteX4" fmla="*/ 2260600 w 2813050"/>
                <a:gd name="connsiteY4" fmla="*/ 609600 h 1816100"/>
                <a:gd name="connsiteX5" fmla="*/ 2260600 w 2813050"/>
                <a:gd name="connsiteY5" fmla="*/ 0 h 1816100"/>
                <a:gd name="connsiteX6" fmla="*/ 2813050 w 2813050"/>
                <a:gd name="connsiteY6" fmla="*/ 0 h 181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3050" h="1816100">
                  <a:moveTo>
                    <a:pt x="0" y="1816100"/>
                  </a:moveTo>
                  <a:lnTo>
                    <a:pt x="0" y="1212850"/>
                  </a:lnTo>
                  <a:lnTo>
                    <a:pt x="1701800" y="1212850"/>
                  </a:lnTo>
                  <a:lnTo>
                    <a:pt x="1701800" y="609600"/>
                  </a:lnTo>
                  <a:lnTo>
                    <a:pt x="2260600" y="609600"/>
                  </a:lnTo>
                  <a:lnTo>
                    <a:pt x="2260600" y="0"/>
                  </a:lnTo>
                  <a:lnTo>
                    <a:pt x="281305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Szövegdoboz 17"/>
            <p:cNvSpPr txBox="1"/>
            <p:nvPr/>
          </p:nvSpPr>
          <p:spPr>
            <a:xfrm>
              <a:off x="753966" y="2817167"/>
              <a:ext cx="4563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hu-HU" dirty="0">
                  <a:solidFill>
                    <a:srgbClr val="00B050"/>
                  </a:solidFill>
                </a:rPr>
                <a:t>Hint:</a:t>
              </a:r>
              <a:endParaRPr lang="en-GB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9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1.20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deck of ordinary cards is shuffled, and 10 cards are dealt.</a:t>
            </a:r>
          </a:p>
          <a:p>
            <a:pPr marL="342900" indent="-342900">
              <a:buClrTx/>
              <a:buFont typeface="+mj-lt"/>
              <a:buAutoNum type="alphaLcPeriod"/>
            </a:pPr>
            <a:r>
              <a:rPr lang="en-US" sz="1600" dirty="0">
                <a:solidFill>
                  <a:schemeClr val="tx1"/>
                </a:solidFill>
              </a:rPr>
              <a:t>In how many cases will we have aces among the 10 cards?</a:t>
            </a:r>
          </a:p>
          <a:p>
            <a:pPr marL="342900" indent="-342900">
              <a:buClrTx/>
              <a:buFont typeface="+mj-lt"/>
              <a:buAutoNum type="alphaLcPeriod"/>
            </a:pPr>
            <a:r>
              <a:rPr lang="en-GB" sz="1600" dirty="0">
                <a:solidFill>
                  <a:schemeClr val="tx1"/>
                </a:solidFill>
              </a:rPr>
              <a:t>Exactly one ace?</a:t>
            </a:r>
          </a:p>
          <a:p>
            <a:pPr marL="342900" indent="-342900">
              <a:buClrTx/>
              <a:buFont typeface="+mj-lt"/>
              <a:buAutoNum type="alphaLcPeriod"/>
            </a:pPr>
            <a:r>
              <a:rPr lang="en-US" sz="1600" dirty="0">
                <a:solidFill>
                  <a:schemeClr val="tx1"/>
                </a:solidFill>
              </a:rPr>
              <a:t>At most one ace?</a:t>
            </a:r>
          </a:p>
          <a:p>
            <a:pPr marL="342900" indent="-342900">
              <a:buClrTx/>
              <a:buFont typeface="+mj-lt"/>
              <a:buAutoNum type="alphaLcPeriod"/>
            </a:pPr>
            <a:r>
              <a:rPr lang="en-GB" sz="1600" dirty="0">
                <a:solidFill>
                  <a:schemeClr val="tx1"/>
                </a:solidFill>
              </a:rPr>
              <a:t>Exactly two aces?</a:t>
            </a:r>
          </a:p>
          <a:p>
            <a:pPr marL="342900" indent="-342900">
              <a:buClrTx/>
              <a:buFont typeface="+mj-lt"/>
              <a:buAutoNum type="alphaLcPeriod"/>
            </a:pPr>
            <a:r>
              <a:rPr lang="en-US" sz="1600" dirty="0">
                <a:solidFill>
                  <a:schemeClr val="tx1"/>
                </a:solidFill>
              </a:rPr>
              <a:t>At</a:t>
            </a:r>
            <a:r>
              <a:rPr lang="en-US" sz="1600" dirty="0"/>
              <a:t> least two aces?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6440766" y="2260603"/>
                <a:ext cx="1031757" cy="288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52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766" y="2260603"/>
                <a:ext cx="1031757" cy="288092"/>
              </a:xfrm>
              <a:prstGeom prst="rect">
                <a:avLst/>
              </a:prstGeom>
              <a:blipFill rotWithShape="0">
                <a:blip r:embed="rId2"/>
                <a:stretch>
                  <a:fillRect l="-5325" t="-2128" r="-1775" b="-19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6440766" y="2654182"/>
                <a:ext cx="804451" cy="2839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766" y="2654182"/>
                <a:ext cx="804451" cy="283989"/>
              </a:xfrm>
              <a:prstGeom prst="rect">
                <a:avLst/>
              </a:prstGeom>
              <a:blipFill rotWithShape="0">
                <a:blip r:embed="rId3"/>
                <a:stretch>
                  <a:fillRect l="-6818" t="-2128" r="-2273" b="-170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/>
              <p:cNvSpPr txBox="1"/>
              <p:nvPr/>
            </p:nvSpPr>
            <p:spPr>
              <a:xfrm>
                <a:off x="6440766" y="3046544"/>
                <a:ext cx="1907381" cy="284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Szövegdoboz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766" y="3046544"/>
                <a:ext cx="1907381" cy="284309"/>
              </a:xfrm>
              <a:prstGeom prst="rect">
                <a:avLst/>
              </a:prstGeom>
              <a:blipFill rotWithShape="0">
                <a:blip r:embed="rId4"/>
                <a:stretch>
                  <a:fillRect l="-1282" b="-19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zövegdoboz 6"/>
              <p:cNvSpPr txBox="1"/>
              <p:nvPr/>
            </p:nvSpPr>
            <p:spPr>
              <a:xfrm>
                <a:off x="6440766" y="3438906"/>
                <a:ext cx="809388" cy="282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Szövegdoboz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766" y="3438906"/>
                <a:ext cx="809388" cy="282578"/>
              </a:xfrm>
              <a:prstGeom prst="rect">
                <a:avLst/>
              </a:prstGeom>
              <a:blipFill rotWithShape="0">
                <a:blip r:embed="rId5"/>
                <a:stretch>
                  <a:fillRect l="-6818" r="-3030" b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/>
              <p:cNvSpPr txBox="1"/>
              <p:nvPr/>
            </p:nvSpPr>
            <p:spPr>
              <a:xfrm>
                <a:off x="6440766" y="3828702"/>
                <a:ext cx="3143500" cy="1162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  <m:sup>
                        <m:r>
                          <a:rPr lang="hu-H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bSup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hu-H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  <m:sup>
                        <m:r>
                          <a:rPr lang="hu-H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hu-H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  <a:p>
                <a:r>
                  <a:rPr lang="en-GB" dirty="0">
                    <a:solidFill>
                      <a:srgbClr val="00B050"/>
                    </a:solidFill>
                  </a:rPr>
                  <a:t>Or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b>
                      <m:sup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bSup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bSup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bSup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</a:t>
                </a:r>
              </a:p>
              <a:p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Szövegdoboz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766" y="3828702"/>
                <a:ext cx="3143500" cy="1162498"/>
              </a:xfrm>
              <a:prstGeom prst="rect">
                <a:avLst/>
              </a:prstGeom>
              <a:blipFill>
                <a:blip r:embed="rId6"/>
                <a:stretch>
                  <a:fillRect l="-4660" t="-575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98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  <a:cs typeface="Arial" panose="020B0604020202020204" pitchFamily="34" charset="0"/>
              </a:rPr>
              <a:t>Exercise 1.22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Find the number of real six digit numbers having three odd and three even digits.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5202314" y="2514499"/>
                <a:ext cx="3491308" cy="843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dirty="0">
                    <a:solidFill>
                      <a:srgbClr val="00B050"/>
                    </a:solidFill>
                  </a:rPr>
                  <a:t>Starts with an even number: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4⋅</m:t>
                    </m:r>
                    <m:sSup>
                      <m:sSup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  <a:p>
                <a:r>
                  <a:rPr lang="en-GB" dirty="0">
                    <a:solidFill>
                      <a:srgbClr val="00B050"/>
                    </a:solidFill>
                  </a:rPr>
                  <a:t>Starts with an odd number: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  <a:p>
                <a:r>
                  <a:rPr lang="en-GB" dirty="0">
                    <a:solidFill>
                      <a:srgbClr val="00B050"/>
                    </a:solidFill>
                  </a:rPr>
                  <a:t>Overall:</a:t>
                </a:r>
                <a:r>
                  <a:rPr lang="hu-H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u-H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hu-HU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hu-HU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hu-HU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hu-H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4⋅</m:t>
                        </m:r>
                        <m:sSup>
                          <m:s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GB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314" y="2514499"/>
                <a:ext cx="3491308" cy="843436"/>
              </a:xfrm>
              <a:prstGeom prst="rect">
                <a:avLst/>
              </a:prstGeom>
              <a:blipFill>
                <a:blip r:embed="rId2"/>
                <a:stretch>
                  <a:fillRect l="-4014" t="-9353" b="-1510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07940"/>
              </p:ext>
            </p:extLst>
          </p:nvPr>
        </p:nvGraphicFramePr>
        <p:xfrm>
          <a:off x="1524000" y="365759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en-GB" dirty="0"/>
                        <a:t>First</a:t>
                      </a:r>
                      <a:r>
                        <a:rPr lang="en-GB" baseline="0" dirty="0"/>
                        <a:t> digit is odd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1,3,5,7,9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915824"/>
              </p:ext>
            </p:extLst>
          </p:nvPr>
        </p:nvGraphicFramePr>
        <p:xfrm>
          <a:off x="1524000" y="470746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First</a:t>
                      </a:r>
                      <a:r>
                        <a:rPr lang="en-GB" baseline="0" dirty="0"/>
                        <a:t> digit is even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GB" dirty="0"/>
                        <a:t>,2,4,6,8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zövegdoboz 6"/>
          <p:cNvSpPr txBox="1"/>
          <p:nvPr/>
        </p:nvSpPr>
        <p:spPr>
          <a:xfrm>
            <a:off x="1041833" y="3255542"/>
            <a:ext cx="456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hu-HU" dirty="0">
                <a:solidFill>
                  <a:srgbClr val="00B050"/>
                </a:solidFill>
              </a:rPr>
              <a:t>Hint:</a:t>
            </a:r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15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1.25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 how many ways we can distribute 7 apples and 9 peaches among 4 kids?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732182" y="2680235"/>
                <a:ext cx="994568" cy="311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7,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182" y="2680235"/>
                <a:ext cx="994568" cy="311560"/>
              </a:xfrm>
              <a:prstGeom prst="rect">
                <a:avLst/>
              </a:prstGeom>
              <a:blipFill>
                <a:blip r:embed="rId2"/>
                <a:stretch>
                  <a:fillRect l="-4878" r="-610" b="-1960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11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D57D7-8956-49F9-9353-B533C5FB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Literature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CDDDFC-80E1-4B5F-962D-B2A8BC2C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7" y="1845734"/>
            <a:ext cx="741470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Ágnes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Mathematics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for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engineers</a:t>
            </a:r>
            <a:r>
              <a:rPr lang="hu-HU" dirty="0">
                <a:effectLst/>
              </a:rPr>
              <a:t> 1. (</a:t>
            </a:r>
            <a:r>
              <a:rPr lang="hu-HU" dirty="0" err="1">
                <a:effectLst/>
              </a:rPr>
              <a:t>Laboratory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slides</a:t>
            </a:r>
            <a:r>
              <a:rPr lang="hu-HU" dirty="0">
                <a:effectLst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Sándor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Probability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theory</a:t>
            </a:r>
            <a:r>
              <a:rPr lang="hu-HU" dirty="0">
                <a:effectLst/>
              </a:rPr>
              <a:t> and </a:t>
            </a:r>
            <a:r>
              <a:rPr lang="hu-HU" dirty="0" err="1">
                <a:effectLst/>
              </a:rPr>
              <a:t>statistics</a:t>
            </a:r>
            <a:endParaRPr lang="hu-HU" dirty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Valószínűségszámítás,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Bevezetés a matematikai statisztikába,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examples</a:t>
            </a:r>
            <a:r>
              <a:rPr lang="hu-HU" dirty="0"/>
              <a:t>: </a:t>
            </a:r>
            <a:r>
              <a:rPr lang="hu-HU" dirty="0">
                <a:hlinkClick r:id="rId2"/>
              </a:rPr>
              <a:t>https://www.mathworks.com/help/examples.html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1959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tek diaminta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–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ek diaminta" id="{DA9CF40E-B0DB-4F98-AEF5-49E81D43F223}" vid="{E0151A15-54A4-4053-8D41-A38E348A1F8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matek diaminta</Template>
  <TotalTime>3812</TotalTime>
  <Words>1050</Words>
  <Application>Microsoft Office PowerPoint</Application>
  <PresentationFormat>Diavetítés a képernyőre (4:3 oldalarány)</PresentationFormat>
  <Paragraphs>192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Cambria Math</vt:lpstr>
      <vt:lpstr>Courier New</vt:lpstr>
      <vt:lpstr>Wingdings</vt:lpstr>
      <vt:lpstr>matek diaminta</vt:lpstr>
      <vt:lpstr>Applied Statistics, Probability theory and mathematical statistics</vt:lpstr>
      <vt:lpstr>Discription to this presentation</vt:lpstr>
      <vt:lpstr>Permutations</vt:lpstr>
      <vt:lpstr>Permutations in Matlab</vt:lpstr>
      <vt:lpstr>Permutations in Matlab</vt:lpstr>
      <vt:lpstr>Ordered selections</vt:lpstr>
      <vt:lpstr>Ordered selections in Matlab</vt:lpstr>
      <vt:lpstr>Ordered selections in Matlab</vt:lpstr>
      <vt:lpstr>Combinations</vt:lpstr>
      <vt:lpstr>Combinations in Matlab</vt:lpstr>
      <vt:lpstr>Combinations in Matlab</vt:lpstr>
      <vt:lpstr>Exercise 1.2</vt:lpstr>
      <vt:lpstr>Exercise 1.3</vt:lpstr>
      <vt:lpstr>Exercise 1.4</vt:lpstr>
      <vt:lpstr>Exercise 1.6</vt:lpstr>
      <vt:lpstr>Exercise 1.7</vt:lpstr>
      <vt:lpstr>Exercise 1.9</vt:lpstr>
      <vt:lpstr>Exercise 1.11</vt:lpstr>
      <vt:lpstr>Exercise 1.12</vt:lpstr>
      <vt:lpstr>Exercise 1.20</vt:lpstr>
      <vt:lpstr>Exercise 1.22</vt:lpstr>
      <vt:lpstr>Exercise 1.25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Statistics, Probability theory and mathematical statistics</dc:title>
  <dc:creator>Sándor Pecsora</dc:creator>
  <cp:lastModifiedBy>Dr. Pecsora Sándor</cp:lastModifiedBy>
  <cp:revision>65</cp:revision>
  <dcterms:created xsi:type="dcterms:W3CDTF">2020-09-02T07:49:18Z</dcterms:created>
  <dcterms:modified xsi:type="dcterms:W3CDTF">2024-09-09T05:45:13Z</dcterms:modified>
</cp:coreProperties>
</file>