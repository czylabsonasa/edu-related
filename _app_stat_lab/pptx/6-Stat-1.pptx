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3" r:id="rId1"/>
  </p:sldMasterIdLst>
  <p:notesMasterIdLst>
    <p:notesMasterId r:id="rId14"/>
  </p:notesMasterIdLst>
  <p:sldIdLst>
    <p:sldId id="351" r:id="rId2"/>
    <p:sldId id="392" r:id="rId3"/>
    <p:sldId id="321" r:id="rId4"/>
    <p:sldId id="346" r:id="rId5"/>
    <p:sldId id="345" r:id="rId6"/>
    <p:sldId id="349" r:id="rId7"/>
    <p:sldId id="350" r:id="rId8"/>
    <p:sldId id="340" r:id="rId9"/>
    <p:sldId id="343" r:id="rId10"/>
    <p:sldId id="348" r:id="rId11"/>
    <p:sldId id="347" r:id="rId12"/>
    <p:sldId id="33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977022-77D9-4432-BBF0-1AE21A15D648}" v="17" dt="2024-10-28T06:57:09.9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80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3390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ándor Pecsora" userId="810b1d013327c237" providerId="LiveId" clId="{F1725CCB-442B-49F6-B319-A66EF78AC50B}"/>
    <pc:docChg chg="modSld">
      <pc:chgData name="Sándor Pecsora" userId="810b1d013327c237" providerId="LiveId" clId="{F1725CCB-442B-49F6-B319-A66EF78AC50B}" dt="2020-09-21T09:42:46.828" v="12" actId="20577"/>
      <pc:docMkLst>
        <pc:docMk/>
      </pc:docMkLst>
      <pc:sldChg chg="modSp">
        <pc:chgData name="Sándor Pecsora" userId="810b1d013327c237" providerId="LiveId" clId="{F1725CCB-442B-49F6-B319-A66EF78AC50B}" dt="2020-09-21T09:42:46.828" v="12" actId="20577"/>
        <pc:sldMkLst>
          <pc:docMk/>
          <pc:sldMk cId="3501878932" sldId="321"/>
        </pc:sldMkLst>
        <pc:spChg chg="mod">
          <ac:chgData name="Sándor Pecsora" userId="810b1d013327c237" providerId="LiveId" clId="{F1725CCB-442B-49F6-B319-A66EF78AC50B}" dt="2020-09-21T09:42:46.828" v="12" actId="20577"/>
          <ac:spMkLst>
            <pc:docMk/>
            <pc:sldMk cId="3501878932" sldId="321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ED8E3E30-FB7D-4C84-A149-0970E570E861}"/>
    <pc:docChg chg="modSld">
      <pc:chgData name="Sándor Pecsora" userId="810b1d013327c237" providerId="LiveId" clId="{ED8E3E30-FB7D-4C84-A149-0970E570E861}" dt="2021-11-19T07:03:15.213" v="0" actId="20577"/>
      <pc:docMkLst>
        <pc:docMk/>
      </pc:docMkLst>
      <pc:sldChg chg="modSp mod">
        <pc:chgData name="Sándor Pecsora" userId="810b1d013327c237" providerId="LiveId" clId="{ED8E3E30-FB7D-4C84-A149-0970E570E861}" dt="2021-11-19T07:03:15.213" v="0" actId="20577"/>
        <pc:sldMkLst>
          <pc:docMk/>
          <pc:sldMk cId="3367599746" sldId="343"/>
        </pc:sldMkLst>
        <pc:spChg chg="mod">
          <ac:chgData name="Sándor Pecsora" userId="810b1d013327c237" providerId="LiveId" clId="{ED8E3E30-FB7D-4C84-A149-0970E570E861}" dt="2021-11-19T07:03:15.213" v="0" actId="20577"/>
          <ac:spMkLst>
            <pc:docMk/>
            <pc:sldMk cId="3367599746" sldId="343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74977022-77D9-4432-BBF0-1AE21A15D648}"/>
    <pc:docChg chg="undo custSel modSld">
      <pc:chgData name="Sándor Pecsora" userId="810b1d013327c237" providerId="LiveId" clId="{74977022-77D9-4432-BBF0-1AE21A15D648}" dt="2024-10-28T06:57:10.061" v="56" actId="27636"/>
      <pc:docMkLst>
        <pc:docMk/>
      </pc:docMkLst>
      <pc:sldChg chg="modSp">
        <pc:chgData name="Sándor Pecsora" userId="810b1d013327c237" providerId="LiveId" clId="{74977022-77D9-4432-BBF0-1AE21A15D648}" dt="2024-10-28T06:57:09.939" v="55"/>
        <pc:sldMkLst>
          <pc:docMk/>
          <pc:sldMk cId="3501878932" sldId="321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3501878932" sldId="321"/>
            <ac:spMk id="2" creationId="{00000000-0000-0000-0000-000000000000}"/>
          </ac:spMkLst>
        </pc:spChg>
      </pc:sldChg>
      <pc:sldChg chg="modSp">
        <pc:chgData name="Sándor Pecsora" userId="810b1d013327c237" providerId="LiveId" clId="{74977022-77D9-4432-BBF0-1AE21A15D648}" dt="2024-10-28T06:57:09.939" v="55"/>
        <pc:sldMkLst>
          <pc:docMk/>
          <pc:sldMk cId="811959074" sldId="330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811959074" sldId="330"/>
            <ac:spMk id="2" creationId="{C78D57D7-8956-49F9-9353-B533C5FBD7E1}"/>
          </ac:spMkLst>
        </pc:spChg>
      </pc:sldChg>
      <pc:sldChg chg="modSp">
        <pc:chgData name="Sándor Pecsora" userId="810b1d013327c237" providerId="LiveId" clId="{74977022-77D9-4432-BBF0-1AE21A15D648}" dt="2024-10-28T06:57:09.939" v="55"/>
        <pc:sldMkLst>
          <pc:docMk/>
          <pc:sldMk cId="3919114993" sldId="340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3919114993" sldId="340"/>
            <ac:spMk id="2" creationId="{00000000-0000-0000-0000-000000000000}"/>
          </ac:spMkLst>
        </pc:spChg>
      </pc:sldChg>
      <pc:sldChg chg="modSp">
        <pc:chgData name="Sándor Pecsora" userId="810b1d013327c237" providerId="LiveId" clId="{74977022-77D9-4432-BBF0-1AE21A15D648}" dt="2024-10-28T06:57:09.939" v="55"/>
        <pc:sldMkLst>
          <pc:docMk/>
          <pc:sldMk cId="3367599746" sldId="343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3367599746" sldId="343"/>
            <ac:spMk id="2" creationId="{00000000-0000-0000-0000-000000000000}"/>
          </ac:spMkLst>
        </pc:spChg>
      </pc:sldChg>
      <pc:sldChg chg="modSp">
        <pc:chgData name="Sándor Pecsora" userId="810b1d013327c237" providerId="LiveId" clId="{74977022-77D9-4432-BBF0-1AE21A15D648}" dt="2024-10-28T06:57:09.939" v="55"/>
        <pc:sldMkLst>
          <pc:docMk/>
          <pc:sldMk cId="3874375682" sldId="345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3874375682" sldId="345"/>
            <ac:spMk id="2" creationId="{00000000-0000-0000-0000-000000000000}"/>
          </ac:spMkLst>
        </pc:spChg>
      </pc:sldChg>
      <pc:sldChg chg="modSp">
        <pc:chgData name="Sándor Pecsora" userId="810b1d013327c237" providerId="LiveId" clId="{74977022-77D9-4432-BBF0-1AE21A15D648}" dt="2024-10-28T06:57:09.939" v="55"/>
        <pc:sldMkLst>
          <pc:docMk/>
          <pc:sldMk cId="3913864332" sldId="346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3913864332" sldId="346"/>
            <ac:spMk id="2" creationId="{00000000-0000-0000-0000-000000000000}"/>
          </ac:spMkLst>
        </pc:spChg>
      </pc:sldChg>
      <pc:sldChg chg="modSp">
        <pc:chgData name="Sándor Pecsora" userId="810b1d013327c237" providerId="LiveId" clId="{74977022-77D9-4432-BBF0-1AE21A15D648}" dt="2024-10-28T06:57:09.939" v="55"/>
        <pc:sldMkLst>
          <pc:docMk/>
          <pc:sldMk cId="3295388340" sldId="347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3295388340" sldId="347"/>
            <ac:spMk id="2" creationId="{AB9E78AC-AFCE-4405-9BE0-A08A735A26C6}"/>
          </ac:spMkLst>
        </pc:spChg>
      </pc:sldChg>
      <pc:sldChg chg="modSp">
        <pc:chgData name="Sándor Pecsora" userId="810b1d013327c237" providerId="LiveId" clId="{74977022-77D9-4432-BBF0-1AE21A15D648}" dt="2024-10-28T06:57:09.939" v="55"/>
        <pc:sldMkLst>
          <pc:docMk/>
          <pc:sldMk cId="654483438" sldId="349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654483438" sldId="349"/>
            <ac:spMk id="2" creationId="{00000000-0000-0000-0000-000000000000}"/>
          </ac:spMkLst>
        </pc:spChg>
      </pc:sldChg>
      <pc:sldChg chg="modSp mod">
        <pc:chgData name="Sándor Pecsora" userId="810b1d013327c237" providerId="LiveId" clId="{74977022-77D9-4432-BBF0-1AE21A15D648}" dt="2024-10-28T06:57:10.061" v="56" actId="27636"/>
        <pc:sldMkLst>
          <pc:docMk/>
          <pc:sldMk cId="3190537315" sldId="350"/>
        </pc:sldMkLst>
        <pc:spChg chg="mod">
          <ac:chgData name="Sándor Pecsora" userId="810b1d013327c237" providerId="LiveId" clId="{74977022-77D9-4432-BBF0-1AE21A15D648}" dt="2024-10-28T06:57:10.061" v="56" actId="27636"/>
          <ac:spMkLst>
            <pc:docMk/>
            <pc:sldMk cId="3190537315" sldId="350"/>
            <ac:spMk id="2" creationId="{00000000-0000-0000-0000-000000000000}"/>
          </ac:spMkLst>
        </pc:spChg>
      </pc:sldChg>
      <pc:sldChg chg="modSp mod">
        <pc:chgData name="Sándor Pecsora" userId="810b1d013327c237" providerId="LiveId" clId="{74977022-77D9-4432-BBF0-1AE21A15D648}" dt="2024-10-28T06:57:09.939" v="55"/>
        <pc:sldMkLst>
          <pc:docMk/>
          <pc:sldMk cId="3735662663" sldId="351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3735662663" sldId="351"/>
            <ac:spMk id="3" creationId="{00000000-0000-0000-0000-000000000000}"/>
          </ac:spMkLst>
        </pc:spChg>
        <pc:spChg chg="mod">
          <ac:chgData name="Sándor Pecsora" userId="810b1d013327c237" providerId="LiveId" clId="{74977022-77D9-4432-BBF0-1AE21A15D648}" dt="2024-10-28T06:56:52.512" v="54" actId="6549"/>
          <ac:spMkLst>
            <pc:docMk/>
            <pc:sldMk cId="3735662663" sldId="351"/>
            <ac:spMk id="4" creationId="{002A1929-D361-4830-B28B-82105341B8EC}"/>
          </ac:spMkLst>
        </pc:spChg>
      </pc:sldChg>
      <pc:sldChg chg="modSp mod">
        <pc:chgData name="Sándor Pecsora" userId="810b1d013327c237" providerId="LiveId" clId="{74977022-77D9-4432-BBF0-1AE21A15D648}" dt="2024-10-28T06:57:09.939" v="55"/>
        <pc:sldMkLst>
          <pc:docMk/>
          <pc:sldMk cId="24476278" sldId="392"/>
        </pc:sldMkLst>
        <pc:spChg chg="mod">
          <ac:chgData name="Sándor Pecsora" userId="810b1d013327c237" providerId="LiveId" clId="{74977022-77D9-4432-BBF0-1AE21A15D648}" dt="2024-10-28T06:57:09.939" v="55"/>
          <ac:spMkLst>
            <pc:docMk/>
            <pc:sldMk cId="24476278" sldId="392"/>
            <ac:spMk id="2" creationId="{DDB1E779-98A1-D729-DF7C-331FC8DBF7CE}"/>
          </ac:spMkLst>
        </pc:spChg>
        <pc:spChg chg="mod">
          <ac:chgData name="Sándor Pecsora" userId="810b1d013327c237" providerId="LiveId" clId="{74977022-77D9-4432-BBF0-1AE21A15D648}" dt="2024-10-28T06:26:08.421" v="25" actId="14100"/>
          <ac:spMkLst>
            <pc:docMk/>
            <pc:sldMk cId="24476278" sldId="392"/>
            <ac:spMk id="14" creationId="{B6CC24E9-2194-E875-D192-8801B3D45A17}"/>
          </ac:spMkLst>
        </pc:spChg>
        <pc:spChg chg="mod">
          <ac:chgData name="Sándor Pecsora" userId="810b1d013327c237" providerId="LiveId" clId="{74977022-77D9-4432-BBF0-1AE21A15D648}" dt="2024-10-28T06:26:18.817" v="35" actId="20577"/>
          <ac:spMkLst>
            <pc:docMk/>
            <pc:sldMk cId="24476278" sldId="392"/>
            <ac:spMk id="15" creationId="{54DCA43C-3621-084F-325D-35ED7A7D8B22}"/>
          </ac:spMkLst>
        </pc:spChg>
        <pc:spChg chg="mod">
          <ac:chgData name="Sándor Pecsora" userId="810b1d013327c237" providerId="LiveId" clId="{74977022-77D9-4432-BBF0-1AE21A15D648}" dt="2024-10-28T06:25:37.887" v="20" actId="20577"/>
          <ac:spMkLst>
            <pc:docMk/>
            <pc:sldMk cId="24476278" sldId="392"/>
            <ac:spMk id="16" creationId="{DBB9558A-10A3-306D-261C-AF81B6D52CDB}"/>
          </ac:spMkLst>
        </pc:spChg>
        <pc:spChg chg="mod">
          <ac:chgData name="Sándor Pecsora" userId="810b1d013327c237" providerId="LiveId" clId="{74977022-77D9-4432-BBF0-1AE21A15D648}" dt="2024-10-28T06:25:21.041" v="19" actId="20577"/>
          <ac:spMkLst>
            <pc:docMk/>
            <pc:sldMk cId="24476278" sldId="392"/>
            <ac:spMk id="18" creationId="{A7B44771-C8B6-3E4C-911E-BFC0722020A4}"/>
          </ac:spMkLst>
        </pc:spChg>
        <pc:spChg chg="mod">
          <ac:chgData name="Sándor Pecsora" userId="810b1d013327c237" providerId="LiveId" clId="{74977022-77D9-4432-BBF0-1AE21A15D648}" dt="2024-10-28T06:27:34.292" v="48" actId="20577"/>
          <ac:spMkLst>
            <pc:docMk/>
            <pc:sldMk cId="24476278" sldId="392"/>
            <ac:spMk id="49" creationId="{EDF0D8E9-A5DB-1D49-0D6A-AADC1B7B76C7}"/>
          </ac:spMkLst>
        </pc:spChg>
        <pc:spChg chg="mod">
          <ac:chgData name="Sándor Pecsora" userId="810b1d013327c237" providerId="LiveId" clId="{74977022-77D9-4432-BBF0-1AE21A15D648}" dt="2024-10-28T06:27:36.668" v="50" actId="20577"/>
          <ac:spMkLst>
            <pc:docMk/>
            <pc:sldMk cId="24476278" sldId="392"/>
            <ac:spMk id="50" creationId="{F9143157-825B-D519-22DB-CA3537104ED5}"/>
          </ac:spMkLst>
        </pc:spChg>
      </pc:sldChg>
    </pc:docChg>
  </pc:docChgLst>
  <pc:docChgLst>
    <pc:chgData name="Sándor Pecsora" userId="810b1d013327c237" providerId="LiveId" clId="{CE196DB0-7C8F-4082-A522-7F668B4C1C81}"/>
    <pc:docChg chg="undo custSel addSld delSld modSld">
      <pc:chgData name="Sándor Pecsora" userId="810b1d013327c237" providerId="LiveId" clId="{CE196DB0-7C8F-4082-A522-7F668B4C1C81}" dt="2022-02-15T08:31:28.054" v="5" actId="47"/>
      <pc:docMkLst>
        <pc:docMk/>
      </pc:docMkLst>
      <pc:sldChg chg="del">
        <pc:chgData name="Sándor Pecsora" userId="810b1d013327c237" providerId="LiveId" clId="{CE196DB0-7C8F-4082-A522-7F668B4C1C81}" dt="2022-02-15T08:31:28.054" v="5" actId="47"/>
        <pc:sldMkLst>
          <pc:docMk/>
          <pc:sldMk cId="1180060703" sldId="256"/>
        </pc:sldMkLst>
      </pc:sldChg>
      <pc:sldChg chg="add">
        <pc:chgData name="Sándor Pecsora" userId="810b1d013327c237" providerId="LiveId" clId="{CE196DB0-7C8F-4082-A522-7F668B4C1C81}" dt="2022-02-15T08:20:01.873" v="0"/>
        <pc:sldMkLst>
          <pc:docMk/>
          <pc:sldMk cId="811959074" sldId="330"/>
        </pc:sldMkLst>
      </pc:sldChg>
      <pc:sldChg chg="modSp add mod">
        <pc:chgData name="Sándor Pecsora" userId="810b1d013327c237" providerId="LiveId" clId="{CE196DB0-7C8F-4082-A522-7F668B4C1C81}" dt="2022-02-15T08:31:25.342" v="4"/>
        <pc:sldMkLst>
          <pc:docMk/>
          <pc:sldMk cId="3735662663" sldId="351"/>
        </pc:sldMkLst>
        <pc:spChg chg="mod">
          <ac:chgData name="Sándor Pecsora" userId="810b1d013327c237" providerId="LiveId" clId="{CE196DB0-7C8F-4082-A522-7F668B4C1C81}" dt="2022-02-15T08:31:25.342" v="4"/>
          <ac:spMkLst>
            <pc:docMk/>
            <pc:sldMk cId="3735662663" sldId="351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6D868EEB-0F0D-490B-A0B5-018819A18F83}"/>
    <pc:docChg chg="modSld">
      <pc:chgData name="Sándor Pecsora" userId="810b1d013327c237" providerId="LiveId" clId="{6D868EEB-0F0D-490B-A0B5-018819A18F83}" dt="2020-10-12T09:22:53.479" v="7"/>
      <pc:docMkLst>
        <pc:docMk/>
      </pc:docMkLst>
      <pc:sldChg chg="modSp">
        <pc:chgData name="Sándor Pecsora" userId="810b1d013327c237" providerId="LiveId" clId="{6D868EEB-0F0D-490B-A0B5-018819A18F83}" dt="2020-10-12T08:38:08.234" v="4" actId="20577"/>
        <pc:sldMkLst>
          <pc:docMk/>
          <pc:sldMk cId="3501878932" sldId="321"/>
        </pc:sldMkLst>
        <pc:spChg chg="mod">
          <ac:chgData name="Sándor Pecsora" userId="810b1d013327c237" providerId="LiveId" clId="{6D868EEB-0F0D-490B-A0B5-018819A18F83}" dt="2020-10-12T08:38:08.234" v="4" actId="20577"/>
          <ac:spMkLst>
            <pc:docMk/>
            <pc:sldMk cId="3501878932" sldId="321"/>
            <ac:spMk id="3" creationId="{00000000-0000-0000-0000-000000000000}"/>
          </ac:spMkLst>
        </pc:spChg>
      </pc:sldChg>
      <pc:sldChg chg="modSp">
        <pc:chgData name="Sándor Pecsora" userId="810b1d013327c237" providerId="LiveId" clId="{6D868EEB-0F0D-490B-A0B5-018819A18F83}" dt="2020-10-12T08:37:59.563" v="0" actId="20577"/>
        <pc:sldMkLst>
          <pc:docMk/>
          <pc:sldMk cId="4245844585" sldId="336"/>
        </pc:sldMkLst>
        <pc:spChg chg="mod">
          <ac:chgData name="Sándor Pecsora" userId="810b1d013327c237" providerId="LiveId" clId="{6D868EEB-0F0D-490B-A0B5-018819A18F83}" dt="2020-10-12T08:37:59.563" v="0" actId="20577"/>
          <ac:spMkLst>
            <pc:docMk/>
            <pc:sldMk cId="4245844585" sldId="336"/>
            <ac:spMk id="6" creationId="{00000000-0000-0000-0000-000000000000}"/>
          </ac:spMkLst>
        </pc:spChg>
      </pc:sldChg>
      <pc:sldChg chg="modSp modAnim">
        <pc:chgData name="Sándor Pecsora" userId="810b1d013327c237" providerId="LiveId" clId="{6D868EEB-0F0D-490B-A0B5-018819A18F83}" dt="2020-10-12T09:22:53.479" v="7"/>
        <pc:sldMkLst>
          <pc:docMk/>
          <pc:sldMk cId="157187679" sldId="337"/>
        </pc:sldMkLst>
        <pc:spChg chg="mod">
          <ac:chgData name="Sándor Pecsora" userId="810b1d013327c237" providerId="LiveId" clId="{6D868EEB-0F0D-490B-A0B5-018819A18F83}" dt="2020-10-12T09:22:30.351" v="6"/>
          <ac:spMkLst>
            <pc:docMk/>
            <pc:sldMk cId="157187679" sldId="337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49EFF429-0BBE-4DD7-8DEF-B42D08AF3D9F}"/>
    <pc:docChg chg="undo custSel addSld delSld modSld sldOrd">
      <pc:chgData name="Sándor Pecsora" userId="810b1d013327c237" providerId="LiveId" clId="{49EFF429-0BBE-4DD7-8DEF-B42D08AF3D9F}" dt="2020-11-12T10:49:02.931" v="123" actId="47"/>
      <pc:docMkLst>
        <pc:docMk/>
      </pc:docMkLst>
      <pc:sldChg chg="modSp mod">
        <pc:chgData name="Sándor Pecsora" userId="810b1d013327c237" providerId="LiveId" clId="{49EFF429-0BBE-4DD7-8DEF-B42D08AF3D9F}" dt="2020-11-12T10:09:46.829" v="25" actId="20577"/>
        <pc:sldMkLst>
          <pc:docMk/>
          <pc:sldMk cId="1180060703" sldId="256"/>
        </pc:sldMkLst>
        <pc:spChg chg="mod">
          <ac:chgData name="Sándor Pecsora" userId="810b1d013327c237" providerId="LiveId" clId="{49EFF429-0BBE-4DD7-8DEF-B42D08AF3D9F}" dt="2020-11-12T10:09:46.829" v="25" actId="20577"/>
          <ac:spMkLst>
            <pc:docMk/>
            <pc:sldMk cId="1180060703" sldId="256"/>
            <ac:spMk id="3" creationId="{00000000-0000-0000-0000-000000000000}"/>
          </ac:spMkLst>
        </pc:spChg>
      </pc:sldChg>
      <pc:sldChg chg="delSp modSp mod delAnim">
        <pc:chgData name="Sándor Pecsora" userId="810b1d013327c237" providerId="LiveId" clId="{49EFF429-0BBE-4DD7-8DEF-B42D08AF3D9F}" dt="2020-11-12T10:15:16.839" v="58" actId="14100"/>
        <pc:sldMkLst>
          <pc:docMk/>
          <pc:sldMk cId="3501878932" sldId="321"/>
        </pc:sldMkLst>
        <pc:spChg chg="mod">
          <ac:chgData name="Sándor Pecsora" userId="810b1d013327c237" providerId="LiveId" clId="{49EFF429-0BBE-4DD7-8DEF-B42D08AF3D9F}" dt="2020-11-12T10:13:43.083" v="26" actId="20577"/>
          <ac:spMkLst>
            <pc:docMk/>
            <pc:sldMk cId="3501878932" sldId="321"/>
            <ac:spMk id="2" creationId="{00000000-0000-0000-0000-000000000000}"/>
          </ac:spMkLst>
        </pc:spChg>
        <pc:spChg chg="mod">
          <ac:chgData name="Sándor Pecsora" userId="810b1d013327c237" providerId="LiveId" clId="{49EFF429-0BBE-4DD7-8DEF-B42D08AF3D9F}" dt="2020-11-12T10:15:16.839" v="58" actId="14100"/>
          <ac:spMkLst>
            <pc:docMk/>
            <pc:sldMk cId="3501878932" sldId="321"/>
            <ac:spMk id="3" creationId="{00000000-0000-0000-0000-000000000000}"/>
          </ac:spMkLst>
        </pc:spChg>
        <pc:spChg chg="del">
          <ac:chgData name="Sándor Pecsora" userId="810b1d013327c237" providerId="LiveId" clId="{49EFF429-0BBE-4DD7-8DEF-B42D08AF3D9F}" dt="2020-11-12T10:14:09.261" v="34" actId="478"/>
          <ac:spMkLst>
            <pc:docMk/>
            <pc:sldMk cId="3501878932" sldId="321"/>
            <ac:spMk id="4" creationId="{4D56CDE2-BDDF-4450-B8B4-04EB904CBD6E}"/>
          </ac:spMkLst>
        </pc:spChg>
        <pc:spChg chg="del">
          <ac:chgData name="Sándor Pecsora" userId="810b1d013327c237" providerId="LiveId" clId="{49EFF429-0BBE-4DD7-8DEF-B42D08AF3D9F}" dt="2020-11-12T10:14:09.261" v="34" actId="478"/>
          <ac:spMkLst>
            <pc:docMk/>
            <pc:sldMk cId="3501878932" sldId="321"/>
            <ac:spMk id="5" creationId="{9259D382-C4A1-463D-BC85-5D856234692C}"/>
          </ac:spMkLst>
        </pc:spChg>
        <pc:spChg chg="del">
          <ac:chgData name="Sándor Pecsora" userId="810b1d013327c237" providerId="LiveId" clId="{49EFF429-0BBE-4DD7-8DEF-B42D08AF3D9F}" dt="2020-11-12T10:14:09.261" v="34" actId="478"/>
          <ac:spMkLst>
            <pc:docMk/>
            <pc:sldMk cId="3501878932" sldId="321"/>
            <ac:spMk id="6" creationId="{65984E5A-DF6D-4C0D-8587-7106351F9083}"/>
          </ac:spMkLst>
        </pc:spChg>
        <pc:spChg chg="del">
          <ac:chgData name="Sándor Pecsora" userId="810b1d013327c237" providerId="LiveId" clId="{49EFF429-0BBE-4DD7-8DEF-B42D08AF3D9F}" dt="2020-11-12T10:14:09.261" v="34" actId="478"/>
          <ac:spMkLst>
            <pc:docMk/>
            <pc:sldMk cId="3501878932" sldId="321"/>
            <ac:spMk id="7" creationId="{77661529-6ABD-4896-AE74-FA37A6588734}"/>
          </ac:spMkLst>
        </pc:spChg>
        <pc:spChg chg="del">
          <ac:chgData name="Sándor Pecsora" userId="810b1d013327c237" providerId="LiveId" clId="{49EFF429-0BBE-4DD7-8DEF-B42D08AF3D9F}" dt="2020-11-12T10:14:09.261" v="34" actId="478"/>
          <ac:spMkLst>
            <pc:docMk/>
            <pc:sldMk cId="3501878932" sldId="321"/>
            <ac:spMk id="9" creationId="{4AEB45A1-9F9C-471E-873F-C763BA278DD4}"/>
          </ac:spMkLst>
        </pc:spChg>
        <pc:spChg chg="del">
          <ac:chgData name="Sándor Pecsora" userId="810b1d013327c237" providerId="LiveId" clId="{49EFF429-0BBE-4DD7-8DEF-B42D08AF3D9F}" dt="2020-11-12T10:14:09.261" v="34" actId="478"/>
          <ac:spMkLst>
            <pc:docMk/>
            <pc:sldMk cId="3501878932" sldId="321"/>
            <ac:spMk id="10" creationId="{F079DA84-694A-437B-A30B-30ED7E021DD3}"/>
          </ac:spMkLst>
        </pc:spChg>
        <pc:spChg chg="del">
          <ac:chgData name="Sándor Pecsora" userId="810b1d013327c237" providerId="LiveId" clId="{49EFF429-0BBE-4DD7-8DEF-B42D08AF3D9F}" dt="2020-11-12T10:14:09.261" v="34" actId="478"/>
          <ac:spMkLst>
            <pc:docMk/>
            <pc:sldMk cId="3501878932" sldId="321"/>
            <ac:spMk id="11" creationId="{5D3465CD-B2C6-4AAF-AE96-EC8FDEA345B4}"/>
          </ac:spMkLst>
        </pc:spChg>
      </pc:sldChg>
      <pc:sldChg chg="delSp modSp mod delAnim">
        <pc:chgData name="Sándor Pecsora" userId="810b1d013327c237" providerId="LiveId" clId="{49EFF429-0BBE-4DD7-8DEF-B42D08AF3D9F}" dt="2020-11-12T10:46:19.063" v="105" actId="20577"/>
        <pc:sldMkLst>
          <pc:docMk/>
          <pc:sldMk cId="3919114993" sldId="340"/>
        </pc:sldMkLst>
        <pc:spChg chg="mod">
          <ac:chgData name="Sándor Pecsora" userId="810b1d013327c237" providerId="LiveId" clId="{49EFF429-0BBE-4DD7-8DEF-B42D08AF3D9F}" dt="2020-11-12T10:46:19.063" v="105" actId="20577"/>
          <ac:spMkLst>
            <pc:docMk/>
            <pc:sldMk cId="3919114993" sldId="340"/>
            <ac:spMk id="2" creationId="{00000000-0000-0000-0000-000000000000}"/>
          </ac:spMkLst>
        </pc:spChg>
        <pc:spChg chg="mod">
          <ac:chgData name="Sándor Pecsora" userId="810b1d013327c237" providerId="LiveId" clId="{49EFF429-0BBE-4DD7-8DEF-B42D08AF3D9F}" dt="2020-11-12T10:45:43.494" v="102" actId="20577"/>
          <ac:spMkLst>
            <pc:docMk/>
            <pc:sldMk cId="3919114993" sldId="340"/>
            <ac:spMk id="3" creationId="{00000000-0000-0000-0000-000000000000}"/>
          </ac:spMkLst>
        </pc:spChg>
        <pc:spChg chg="del">
          <ac:chgData name="Sándor Pecsora" userId="810b1d013327c237" providerId="LiveId" clId="{49EFF429-0BBE-4DD7-8DEF-B42D08AF3D9F}" dt="2020-11-12T10:42:21.843" v="76" actId="478"/>
          <ac:spMkLst>
            <pc:docMk/>
            <pc:sldMk cId="3919114993" sldId="340"/>
            <ac:spMk id="5" creationId="{09420510-ED20-4022-8CD2-E2320DE88804}"/>
          </ac:spMkLst>
        </pc:spChg>
        <pc:spChg chg="del">
          <ac:chgData name="Sándor Pecsora" userId="810b1d013327c237" providerId="LiveId" clId="{49EFF429-0BBE-4DD7-8DEF-B42D08AF3D9F}" dt="2020-11-12T10:42:21.843" v="76" actId="478"/>
          <ac:spMkLst>
            <pc:docMk/>
            <pc:sldMk cId="3919114993" sldId="340"/>
            <ac:spMk id="6" creationId="{02661062-5638-4202-83ED-6B204932B1D9}"/>
          </ac:spMkLst>
        </pc:spChg>
        <pc:spChg chg="del">
          <ac:chgData name="Sándor Pecsora" userId="810b1d013327c237" providerId="LiveId" clId="{49EFF429-0BBE-4DD7-8DEF-B42D08AF3D9F}" dt="2020-11-12T10:42:21.843" v="76" actId="478"/>
          <ac:spMkLst>
            <pc:docMk/>
            <pc:sldMk cId="3919114993" sldId="340"/>
            <ac:spMk id="7" creationId="{0A78392F-CA77-499B-9636-A47E2E55BC6D}"/>
          </ac:spMkLst>
        </pc:spChg>
        <pc:spChg chg="del">
          <ac:chgData name="Sándor Pecsora" userId="810b1d013327c237" providerId="LiveId" clId="{49EFF429-0BBE-4DD7-8DEF-B42D08AF3D9F}" dt="2020-11-12T10:42:21.843" v="76" actId="478"/>
          <ac:spMkLst>
            <pc:docMk/>
            <pc:sldMk cId="3919114993" sldId="340"/>
            <ac:spMk id="8" creationId="{59FA3755-39DA-4B04-AAC6-56260E1A6686}"/>
          </ac:spMkLst>
        </pc:spChg>
        <pc:graphicFrameChg chg="del">
          <ac:chgData name="Sándor Pecsora" userId="810b1d013327c237" providerId="LiveId" clId="{49EFF429-0BBE-4DD7-8DEF-B42D08AF3D9F}" dt="2020-11-12T10:42:21.843" v="76" actId="478"/>
          <ac:graphicFrameMkLst>
            <pc:docMk/>
            <pc:sldMk cId="3919114993" sldId="340"/>
            <ac:graphicFrameMk id="4" creationId="{00000000-0000-0000-0000-000000000000}"/>
          </ac:graphicFrameMkLst>
        </pc:graphicFrameChg>
      </pc:sldChg>
      <pc:sldChg chg="del">
        <pc:chgData name="Sándor Pecsora" userId="810b1d013327c237" providerId="LiveId" clId="{49EFF429-0BBE-4DD7-8DEF-B42D08AF3D9F}" dt="2020-11-12T10:49:00.874" v="122" actId="47"/>
        <pc:sldMkLst>
          <pc:docMk/>
          <pc:sldMk cId="3742979416" sldId="341"/>
        </pc:sldMkLst>
      </pc:sldChg>
      <pc:sldChg chg="delSp modSp mod delAnim">
        <pc:chgData name="Sándor Pecsora" userId="810b1d013327c237" providerId="LiveId" clId="{49EFF429-0BBE-4DD7-8DEF-B42D08AF3D9F}" dt="2020-11-12T10:48:12.836" v="119"/>
        <pc:sldMkLst>
          <pc:docMk/>
          <pc:sldMk cId="2325299629" sldId="342"/>
        </pc:sldMkLst>
        <pc:spChg chg="mod">
          <ac:chgData name="Sándor Pecsora" userId="810b1d013327c237" providerId="LiveId" clId="{49EFF429-0BBE-4DD7-8DEF-B42D08AF3D9F}" dt="2020-11-12T10:48:12.836" v="119"/>
          <ac:spMkLst>
            <pc:docMk/>
            <pc:sldMk cId="2325299629" sldId="342"/>
            <ac:spMk id="2" creationId="{00000000-0000-0000-0000-000000000000}"/>
          </ac:spMkLst>
        </pc:spChg>
        <pc:spChg chg="mod">
          <ac:chgData name="Sándor Pecsora" userId="810b1d013327c237" providerId="LiveId" clId="{49EFF429-0BBE-4DD7-8DEF-B42D08AF3D9F}" dt="2020-11-12T10:47:55.325" v="118" actId="20577"/>
          <ac:spMkLst>
            <pc:docMk/>
            <pc:sldMk cId="2325299629" sldId="342"/>
            <ac:spMk id="3" creationId="{00000000-0000-0000-0000-000000000000}"/>
          </ac:spMkLst>
        </pc:spChg>
        <pc:spChg chg="del">
          <ac:chgData name="Sándor Pecsora" userId="810b1d013327c237" providerId="LiveId" clId="{49EFF429-0BBE-4DD7-8DEF-B42D08AF3D9F}" dt="2020-11-12T10:47:47.062" v="113" actId="478"/>
          <ac:spMkLst>
            <pc:docMk/>
            <pc:sldMk cId="2325299629" sldId="342"/>
            <ac:spMk id="9" creationId="{5C8773E6-6888-4927-9319-CA77EC5197DF}"/>
          </ac:spMkLst>
        </pc:spChg>
        <pc:spChg chg="del">
          <ac:chgData name="Sándor Pecsora" userId="810b1d013327c237" providerId="LiveId" clId="{49EFF429-0BBE-4DD7-8DEF-B42D08AF3D9F}" dt="2020-11-12T10:47:47.062" v="113" actId="478"/>
          <ac:spMkLst>
            <pc:docMk/>
            <pc:sldMk cId="2325299629" sldId="342"/>
            <ac:spMk id="10" creationId="{2DAD8E74-5884-4DCE-B37E-1E759E75A20B}"/>
          </ac:spMkLst>
        </pc:spChg>
        <pc:spChg chg="del">
          <ac:chgData name="Sándor Pecsora" userId="810b1d013327c237" providerId="LiveId" clId="{49EFF429-0BBE-4DD7-8DEF-B42D08AF3D9F}" dt="2020-11-12T10:47:47.062" v="113" actId="478"/>
          <ac:spMkLst>
            <pc:docMk/>
            <pc:sldMk cId="2325299629" sldId="342"/>
            <ac:spMk id="11" creationId="{B5E60F55-8EF5-401C-A0E7-558A8B3B8114}"/>
          </ac:spMkLst>
        </pc:spChg>
        <pc:spChg chg="del">
          <ac:chgData name="Sándor Pecsora" userId="810b1d013327c237" providerId="LiveId" clId="{49EFF429-0BBE-4DD7-8DEF-B42D08AF3D9F}" dt="2020-11-12T10:47:47.062" v="113" actId="478"/>
          <ac:spMkLst>
            <pc:docMk/>
            <pc:sldMk cId="2325299629" sldId="342"/>
            <ac:spMk id="12" creationId="{55E0BE40-D7E0-46C0-B341-8AE226D3C524}"/>
          </ac:spMkLst>
        </pc:spChg>
        <pc:spChg chg="del">
          <ac:chgData name="Sándor Pecsora" userId="810b1d013327c237" providerId="LiveId" clId="{49EFF429-0BBE-4DD7-8DEF-B42D08AF3D9F}" dt="2020-11-12T10:47:47.062" v="113" actId="478"/>
          <ac:spMkLst>
            <pc:docMk/>
            <pc:sldMk cId="2325299629" sldId="342"/>
            <ac:spMk id="15" creationId="{4F52D8E6-5B6E-44BA-8CEC-44B7F8FBADC1}"/>
          </ac:spMkLst>
        </pc:spChg>
        <pc:picChg chg="del">
          <ac:chgData name="Sándor Pecsora" userId="810b1d013327c237" providerId="LiveId" clId="{49EFF429-0BBE-4DD7-8DEF-B42D08AF3D9F}" dt="2020-11-12T10:47:47.062" v="113" actId="478"/>
          <ac:picMkLst>
            <pc:docMk/>
            <pc:sldMk cId="2325299629" sldId="342"/>
            <ac:picMk id="16" creationId="{8F1F47F6-943A-44B6-A39A-245912BCFF45}"/>
          </ac:picMkLst>
        </pc:picChg>
      </pc:sldChg>
      <pc:sldChg chg="modSp mod">
        <pc:chgData name="Sándor Pecsora" userId="810b1d013327c237" providerId="LiveId" clId="{49EFF429-0BBE-4DD7-8DEF-B42D08AF3D9F}" dt="2020-11-12T10:46:37.679" v="109" actId="6549"/>
        <pc:sldMkLst>
          <pc:docMk/>
          <pc:sldMk cId="3367599746" sldId="343"/>
        </pc:sldMkLst>
        <pc:spChg chg="mod">
          <ac:chgData name="Sándor Pecsora" userId="810b1d013327c237" providerId="LiveId" clId="{49EFF429-0BBE-4DD7-8DEF-B42D08AF3D9F}" dt="2020-11-12T10:46:24.532" v="108" actId="20577"/>
          <ac:spMkLst>
            <pc:docMk/>
            <pc:sldMk cId="3367599746" sldId="343"/>
            <ac:spMk id="2" creationId="{00000000-0000-0000-0000-000000000000}"/>
          </ac:spMkLst>
        </pc:spChg>
        <pc:spChg chg="mod">
          <ac:chgData name="Sándor Pecsora" userId="810b1d013327c237" providerId="LiveId" clId="{49EFF429-0BBE-4DD7-8DEF-B42D08AF3D9F}" dt="2020-11-12T10:46:37.679" v="109" actId="6549"/>
          <ac:spMkLst>
            <pc:docMk/>
            <pc:sldMk cId="3367599746" sldId="343"/>
            <ac:spMk id="3" creationId="{00000000-0000-0000-0000-000000000000}"/>
          </ac:spMkLst>
        </pc:spChg>
      </pc:sldChg>
      <pc:sldChg chg="del">
        <pc:chgData name="Sándor Pecsora" userId="810b1d013327c237" providerId="LiveId" clId="{49EFF429-0BBE-4DD7-8DEF-B42D08AF3D9F}" dt="2020-11-12T10:49:02.931" v="123" actId="47"/>
        <pc:sldMkLst>
          <pc:docMk/>
          <pc:sldMk cId="983470439" sldId="344"/>
        </pc:sldMkLst>
      </pc:sldChg>
      <pc:sldChg chg="modSp mod">
        <pc:chgData name="Sándor Pecsora" userId="810b1d013327c237" providerId="LiveId" clId="{49EFF429-0BBE-4DD7-8DEF-B42D08AF3D9F}" dt="2020-11-12T10:41:52.958" v="75" actId="20577"/>
        <pc:sldMkLst>
          <pc:docMk/>
          <pc:sldMk cId="3874375682" sldId="345"/>
        </pc:sldMkLst>
        <pc:spChg chg="mod">
          <ac:chgData name="Sándor Pecsora" userId="810b1d013327c237" providerId="LiveId" clId="{49EFF429-0BBE-4DD7-8DEF-B42D08AF3D9F}" dt="2020-11-12T10:41:52.958" v="75" actId="20577"/>
          <ac:spMkLst>
            <pc:docMk/>
            <pc:sldMk cId="3874375682" sldId="345"/>
            <ac:spMk id="2" creationId="{00000000-0000-0000-0000-000000000000}"/>
          </ac:spMkLst>
        </pc:spChg>
        <pc:spChg chg="mod">
          <ac:chgData name="Sándor Pecsora" userId="810b1d013327c237" providerId="LiveId" clId="{49EFF429-0BBE-4DD7-8DEF-B42D08AF3D9F}" dt="2020-11-12T10:41:04.294" v="68" actId="6549"/>
          <ac:spMkLst>
            <pc:docMk/>
            <pc:sldMk cId="3874375682" sldId="345"/>
            <ac:spMk id="3" creationId="{00000000-0000-0000-0000-000000000000}"/>
          </ac:spMkLst>
        </pc:spChg>
      </pc:sldChg>
      <pc:sldChg chg="modSp add mod ord">
        <pc:chgData name="Sándor Pecsora" userId="810b1d013327c237" providerId="LiveId" clId="{49EFF429-0BBE-4DD7-8DEF-B42D08AF3D9F}" dt="2020-11-12T10:41:50.353" v="74" actId="20577"/>
        <pc:sldMkLst>
          <pc:docMk/>
          <pc:sldMk cId="3913864332" sldId="346"/>
        </pc:sldMkLst>
        <pc:spChg chg="mod">
          <ac:chgData name="Sándor Pecsora" userId="810b1d013327c237" providerId="LiveId" clId="{49EFF429-0BBE-4DD7-8DEF-B42D08AF3D9F}" dt="2020-11-12T10:41:50.353" v="74" actId="20577"/>
          <ac:spMkLst>
            <pc:docMk/>
            <pc:sldMk cId="3913864332" sldId="346"/>
            <ac:spMk id="2" creationId="{00000000-0000-0000-0000-000000000000}"/>
          </ac:spMkLst>
        </pc:spChg>
        <pc:spChg chg="mod">
          <ac:chgData name="Sándor Pecsora" userId="810b1d013327c237" providerId="LiveId" clId="{49EFF429-0BBE-4DD7-8DEF-B42D08AF3D9F}" dt="2020-11-12T10:41:33.846" v="71" actId="6549"/>
          <ac:spMkLst>
            <pc:docMk/>
            <pc:sldMk cId="3913864332" sldId="346"/>
            <ac:spMk id="3" creationId="{00000000-0000-0000-0000-000000000000}"/>
          </ac:spMkLst>
        </pc:spChg>
      </pc:sldChg>
      <pc:sldChg chg="modSp add mod">
        <pc:chgData name="Sándor Pecsora" userId="810b1d013327c237" providerId="LiveId" clId="{49EFF429-0BBE-4DD7-8DEF-B42D08AF3D9F}" dt="2020-11-12T10:48:19.746" v="121" actId="6549"/>
        <pc:sldMkLst>
          <pc:docMk/>
          <pc:sldMk cId="1305522105" sldId="347"/>
        </pc:sldMkLst>
        <pc:spChg chg="mod">
          <ac:chgData name="Sándor Pecsora" userId="810b1d013327c237" providerId="LiveId" clId="{49EFF429-0BBE-4DD7-8DEF-B42D08AF3D9F}" dt="2020-11-12T10:48:19.746" v="121" actId="6549"/>
          <ac:spMkLst>
            <pc:docMk/>
            <pc:sldMk cId="1305522105" sldId="347"/>
            <ac:spMk id="3" creationId="{00000000-0000-0000-0000-000000000000}"/>
          </ac:spMkLst>
        </pc:spChg>
      </pc:sldChg>
    </pc:docChg>
  </pc:docChgLst>
  <pc:docChgLst>
    <pc:chgData name="Sándor Pecsora" userId="810b1d013327c237" providerId="LiveId" clId="{FB37D993-8D2E-4ED8-8E51-85BE1E9E0E56}"/>
    <pc:docChg chg="undo custSel addSld delSld modSld">
      <pc:chgData name="Sándor Pecsora" userId="810b1d013327c237" providerId="LiveId" clId="{FB37D993-8D2E-4ED8-8E51-85BE1E9E0E56}" dt="2020-11-14T11:00:55.793" v="1587" actId="14100"/>
      <pc:docMkLst>
        <pc:docMk/>
      </pc:docMkLst>
      <pc:sldChg chg="addSp delSp modSp mod modTransition modAnim">
        <pc:chgData name="Sándor Pecsora" userId="810b1d013327c237" providerId="LiveId" clId="{FB37D993-8D2E-4ED8-8E51-85BE1E9E0E56}" dt="2020-11-08T09:59:38.969" v="1505" actId="20577"/>
        <pc:sldMkLst>
          <pc:docMk/>
          <pc:sldMk cId="3501878932" sldId="321"/>
        </pc:sldMkLst>
        <pc:spChg chg="mod">
          <ac:chgData name="Sándor Pecsora" userId="810b1d013327c237" providerId="LiveId" clId="{FB37D993-8D2E-4ED8-8E51-85BE1E9E0E56}" dt="2020-11-08T09:59:38.969" v="1505" actId="20577"/>
          <ac:spMkLst>
            <pc:docMk/>
            <pc:sldMk cId="3501878932" sldId="321"/>
            <ac:spMk id="2" creationId="{00000000-0000-0000-0000-000000000000}"/>
          </ac:spMkLst>
        </pc:spChg>
        <pc:spChg chg="add mod">
          <ac:chgData name="Sándor Pecsora" userId="810b1d013327c237" providerId="LiveId" clId="{FB37D993-8D2E-4ED8-8E51-85BE1E9E0E56}" dt="2020-11-06T11:16:51.374" v="33" actId="1076"/>
          <ac:spMkLst>
            <pc:docMk/>
            <pc:sldMk cId="3501878932" sldId="321"/>
            <ac:spMk id="4" creationId="{4D56CDE2-BDDF-4450-B8B4-04EB904CBD6E}"/>
          </ac:spMkLst>
        </pc:spChg>
        <pc:spChg chg="add mod">
          <ac:chgData name="Sándor Pecsora" userId="810b1d013327c237" providerId="LiveId" clId="{FB37D993-8D2E-4ED8-8E51-85BE1E9E0E56}" dt="2020-11-06T11:25:41.155" v="47" actId="1076"/>
          <ac:spMkLst>
            <pc:docMk/>
            <pc:sldMk cId="3501878932" sldId="321"/>
            <ac:spMk id="5" creationId="{9259D382-C4A1-463D-BC85-5D856234692C}"/>
          </ac:spMkLst>
        </pc:spChg>
        <pc:spChg chg="add mod">
          <ac:chgData name="Sándor Pecsora" userId="810b1d013327c237" providerId="LiveId" clId="{FB37D993-8D2E-4ED8-8E51-85BE1E9E0E56}" dt="2020-11-06T11:33:30.676" v="129" actId="20577"/>
          <ac:spMkLst>
            <pc:docMk/>
            <pc:sldMk cId="3501878932" sldId="321"/>
            <ac:spMk id="6" creationId="{65984E5A-DF6D-4C0D-8587-7106351F9083}"/>
          </ac:spMkLst>
        </pc:spChg>
        <pc:spChg chg="add mod">
          <ac:chgData name="Sándor Pecsora" userId="810b1d013327c237" providerId="LiveId" clId="{FB37D993-8D2E-4ED8-8E51-85BE1E9E0E56}" dt="2020-11-06T12:19:12.201" v="413" actId="20578"/>
          <ac:spMkLst>
            <pc:docMk/>
            <pc:sldMk cId="3501878932" sldId="321"/>
            <ac:spMk id="7" creationId="{77661529-6ABD-4896-AE74-FA37A6588734}"/>
          </ac:spMkLst>
        </pc:spChg>
        <pc:spChg chg="add del mod">
          <ac:chgData name="Sándor Pecsora" userId="810b1d013327c237" providerId="LiveId" clId="{FB37D993-8D2E-4ED8-8E51-85BE1E9E0E56}" dt="2020-11-06T11:37:58.448" v="184" actId="478"/>
          <ac:spMkLst>
            <pc:docMk/>
            <pc:sldMk cId="3501878932" sldId="321"/>
            <ac:spMk id="8" creationId="{C4099EF6-60C4-45CC-8AB1-469743F0D051}"/>
          </ac:spMkLst>
        </pc:spChg>
        <pc:spChg chg="add mod">
          <ac:chgData name="Sándor Pecsora" userId="810b1d013327c237" providerId="LiveId" clId="{FB37D993-8D2E-4ED8-8E51-85BE1E9E0E56}" dt="2020-11-06T12:22:09.782" v="459" actId="120"/>
          <ac:spMkLst>
            <pc:docMk/>
            <pc:sldMk cId="3501878932" sldId="321"/>
            <ac:spMk id="9" creationId="{4AEB45A1-9F9C-471E-873F-C763BA278DD4}"/>
          </ac:spMkLst>
        </pc:spChg>
        <pc:spChg chg="add mod">
          <ac:chgData name="Sándor Pecsora" userId="810b1d013327c237" providerId="LiveId" clId="{FB37D993-8D2E-4ED8-8E51-85BE1E9E0E56}" dt="2020-11-06T11:55:04.778" v="276" actId="571"/>
          <ac:spMkLst>
            <pc:docMk/>
            <pc:sldMk cId="3501878932" sldId="321"/>
            <ac:spMk id="10" creationId="{F079DA84-694A-437B-A30B-30ED7E021DD3}"/>
          </ac:spMkLst>
        </pc:spChg>
        <pc:spChg chg="add mod">
          <ac:chgData name="Sándor Pecsora" userId="810b1d013327c237" providerId="LiveId" clId="{FB37D993-8D2E-4ED8-8E51-85BE1E9E0E56}" dt="2020-11-06T14:12:25.990" v="968" actId="20577"/>
          <ac:spMkLst>
            <pc:docMk/>
            <pc:sldMk cId="3501878932" sldId="321"/>
            <ac:spMk id="11" creationId="{5D3465CD-B2C6-4AAF-AE96-EC8FDEA345B4}"/>
          </ac:spMkLst>
        </pc:spChg>
      </pc:sldChg>
      <pc:sldChg chg="modSp del mod">
        <pc:chgData name="Sándor Pecsora" userId="810b1d013327c237" providerId="LiveId" clId="{FB37D993-8D2E-4ED8-8E51-85BE1E9E0E56}" dt="2020-11-06T14:26:45.724" v="978" actId="47"/>
        <pc:sldMkLst>
          <pc:docMk/>
          <pc:sldMk cId="4245844585" sldId="336"/>
        </pc:sldMkLst>
        <pc:spChg chg="mod">
          <ac:chgData name="Sándor Pecsora" userId="810b1d013327c237" providerId="LiveId" clId="{FB37D993-8D2E-4ED8-8E51-85BE1E9E0E56}" dt="2020-11-06T14:16:33.421" v="977" actId="123"/>
          <ac:spMkLst>
            <pc:docMk/>
            <pc:sldMk cId="4245844585" sldId="336"/>
            <ac:spMk id="3" creationId="{00000000-0000-0000-0000-000000000000}"/>
          </ac:spMkLst>
        </pc:spChg>
      </pc:sldChg>
      <pc:sldChg chg="addSp modSp mod modAnim">
        <pc:chgData name="Sándor Pecsora" userId="810b1d013327c237" providerId="LiveId" clId="{FB37D993-8D2E-4ED8-8E51-85BE1E9E0E56}" dt="2020-11-08T09:50:33.087" v="1469" actId="20577"/>
        <pc:sldMkLst>
          <pc:docMk/>
          <pc:sldMk cId="3919114993" sldId="340"/>
        </pc:sldMkLst>
        <pc:spChg chg="mod">
          <ac:chgData name="Sándor Pecsora" userId="810b1d013327c237" providerId="LiveId" clId="{FB37D993-8D2E-4ED8-8E51-85BE1E9E0E56}" dt="2020-11-08T09:50:33.087" v="1469" actId="20577"/>
          <ac:spMkLst>
            <pc:docMk/>
            <pc:sldMk cId="3919114993" sldId="340"/>
            <ac:spMk id="2" creationId="{00000000-0000-0000-0000-000000000000}"/>
          </ac:spMkLst>
        </pc:spChg>
        <pc:spChg chg="add mod">
          <ac:chgData name="Sándor Pecsora" userId="810b1d013327c237" providerId="LiveId" clId="{FB37D993-8D2E-4ED8-8E51-85BE1E9E0E56}" dt="2020-11-06T14:10:02.819" v="908" actId="1035"/>
          <ac:spMkLst>
            <pc:docMk/>
            <pc:sldMk cId="3919114993" sldId="340"/>
            <ac:spMk id="5" creationId="{09420510-ED20-4022-8CD2-E2320DE88804}"/>
          </ac:spMkLst>
        </pc:spChg>
        <pc:spChg chg="add mod">
          <ac:chgData name="Sándor Pecsora" userId="810b1d013327c237" providerId="LiveId" clId="{FB37D993-8D2E-4ED8-8E51-85BE1E9E0E56}" dt="2020-11-06T14:10:02.819" v="908" actId="1035"/>
          <ac:spMkLst>
            <pc:docMk/>
            <pc:sldMk cId="3919114993" sldId="340"/>
            <ac:spMk id="6" creationId="{02661062-5638-4202-83ED-6B204932B1D9}"/>
          </ac:spMkLst>
        </pc:spChg>
        <pc:spChg chg="add mod">
          <ac:chgData name="Sándor Pecsora" userId="810b1d013327c237" providerId="LiveId" clId="{FB37D993-8D2E-4ED8-8E51-85BE1E9E0E56}" dt="2020-11-06T14:11:06.190" v="939" actId="20577"/>
          <ac:spMkLst>
            <pc:docMk/>
            <pc:sldMk cId="3919114993" sldId="340"/>
            <ac:spMk id="7" creationId="{0A78392F-CA77-499B-9636-A47E2E55BC6D}"/>
          </ac:spMkLst>
        </pc:spChg>
        <pc:spChg chg="add mod">
          <ac:chgData name="Sándor Pecsora" userId="810b1d013327c237" providerId="LiveId" clId="{FB37D993-8D2E-4ED8-8E51-85BE1E9E0E56}" dt="2020-11-06T14:10:22.960" v="919" actId="255"/>
          <ac:spMkLst>
            <pc:docMk/>
            <pc:sldMk cId="3919114993" sldId="340"/>
            <ac:spMk id="8" creationId="{59FA3755-39DA-4B04-AAC6-56260E1A6686}"/>
          </ac:spMkLst>
        </pc:spChg>
      </pc:sldChg>
      <pc:sldChg chg="addSp delSp modSp mod modAnim">
        <pc:chgData name="Sándor Pecsora" userId="810b1d013327c237" providerId="LiveId" clId="{FB37D993-8D2E-4ED8-8E51-85BE1E9E0E56}" dt="2020-11-08T09:52:14.157" v="1487" actId="20577"/>
        <pc:sldMkLst>
          <pc:docMk/>
          <pc:sldMk cId="3742979416" sldId="341"/>
        </pc:sldMkLst>
        <pc:spChg chg="mod">
          <ac:chgData name="Sándor Pecsora" userId="810b1d013327c237" providerId="LiveId" clId="{FB37D993-8D2E-4ED8-8E51-85BE1E9E0E56}" dt="2020-11-08T09:52:14.157" v="1487" actId="20577"/>
          <ac:spMkLst>
            <pc:docMk/>
            <pc:sldMk cId="3742979416" sldId="341"/>
            <ac:spMk id="2" creationId="{00000000-0000-0000-0000-000000000000}"/>
          </ac:spMkLst>
        </pc:spChg>
        <pc:spChg chg="add mod">
          <ac:chgData name="Sándor Pecsora" userId="810b1d013327c237" providerId="LiveId" clId="{FB37D993-8D2E-4ED8-8E51-85BE1E9E0E56}" dt="2020-11-06T14:27:55.081" v="1027" actId="1076"/>
          <ac:spMkLst>
            <pc:docMk/>
            <pc:sldMk cId="3742979416" sldId="341"/>
            <ac:spMk id="4" creationId="{F184671A-048F-4BD7-8AD8-9FCE797134E5}"/>
          </ac:spMkLst>
        </pc:spChg>
        <pc:spChg chg="add mod">
          <ac:chgData name="Sándor Pecsora" userId="810b1d013327c237" providerId="LiveId" clId="{FB37D993-8D2E-4ED8-8E51-85BE1E9E0E56}" dt="2020-11-06T14:28:21.071" v="1048" actId="1076"/>
          <ac:spMkLst>
            <pc:docMk/>
            <pc:sldMk cId="3742979416" sldId="341"/>
            <ac:spMk id="5" creationId="{5CE0E53F-DF10-4A88-88B2-9E1CA7C5C629}"/>
          </ac:spMkLst>
        </pc:spChg>
        <pc:spChg chg="add mod">
          <ac:chgData name="Sándor Pecsora" userId="810b1d013327c237" providerId="LiveId" clId="{FB37D993-8D2E-4ED8-8E51-85BE1E9E0E56}" dt="2020-11-06T14:52:22.174" v="1241"/>
          <ac:spMkLst>
            <pc:docMk/>
            <pc:sldMk cId="3742979416" sldId="341"/>
            <ac:spMk id="6" creationId="{22D17158-444A-4293-9E84-B3D7F7233F9D}"/>
          </ac:spMkLst>
        </pc:spChg>
        <pc:spChg chg="add del mod">
          <ac:chgData name="Sándor Pecsora" userId="810b1d013327c237" providerId="LiveId" clId="{FB37D993-8D2E-4ED8-8E51-85BE1E9E0E56}" dt="2020-11-06T14:47:39.444" v="1221" actId="478"/>
          <ac:spMkLst>
            <pc:docMk/>
            <pc:sldMk cId="3742979416" sldId="341"/>
            <ac:spMk id="7" creationId="{1AEE1C98-259D-43E3-806C-12F98D39726B}"/>
          </ac:spMkLst>
        </pc:spChg>
      </pc:sldChg>
      <pc:sldChg chg="addSp delSp modSp add del mod delAnim modAnim">
        <pc:chgData name="Sándor Pecsora" userId="810b1d013327c237" providerId="LiveId" clId="{FB37D993-8D2E-4ED8-8E51-85BE1E9E0E56}" dt="2020-11-14T10:51:53.903" v="1533" actId="47"/>
        <pc:sldMkLst>
          <pc:docMk/>
          <pc:sldMk cId="2325299629" sldId="342"/>
        </pc:sldMkLst>
        <pc:spChg chg="mod">
          <ac:chgData name="Sándor Pecsora" userId="810b1d013327c237" providerId="LiveId" clId="{FB37D993-8D2E-4ED8-8E51-85BE1E9E0E56}" dt="2020-11-07T09:25:28.767" v="1243" actId="20577"/>
          <ac:spMkLst>
            <pc:docMk/>
            <pc:sldMk cId="2325299629" sldId="342"/>
            <ac:spMk id="2" creationId="{00000000-0000-0000-0000-000000000000}"/>
          </ac:spMkLst>
        </pc:spChg>
        <pc:spChg chg="mod">
          <ac:chgData name="Sándor Pecsora" userId="810b1d013327c237" providerId="LiveId" clId="{FB37D993-8D2E-4ED8-8E51-85BE1E9E0E56}" dt="2020-11-07T09:26:12.368" v="1257" actId="123"/>
          <ac:spMkLst>
            <pc:docMk/>
            <pc:sldMk cId="2325299629" sldId="342"/>
            <ac:spMk id="3" creationId="{00000000-0000-0000-0000-000000000000}"/>
          </ac:spMkLst>
        </pc:spChg>
        <pc:spChg chg="del">
          <ac:chgData name="Sándor Pecsora" userId="810b1d013327c237" providerId="LiveId" clId="{FB37D993-8D2E-4ED8-8E51-85BE1E9E0E56}" dt="2020-11-07T09:25:36.657" v="1244" actId="478"/>
          <ac:spMkLst>
            <pc:docMk/>
            <pc:sldMk cId="2325299629" sldId="342"/>
            <ac:spMk id="5" creationId="{09420510-ED20-4022-8CD2-E2320DE88804}"/>
          </ac:spMkLst>
        </pc:spChg>
        <pc:spChg chg="del">
          <ac:chgData name="Sándor Pecsora" userId="810b1d013327c237" providerId="LiveId" clId="{FB37D993-8D2E-4ED8-8E51-85BE1E9E0E56}" dt="2020-11-07T09:25:36.657" v="1244" actId="478"/>
          <ac:spMkLst>
            <pc:docMk/>
            <pc:sldMk cId="2325299629" sldId="342"/>
            <ac:spMk id="6" creationId="{02661062-5638-4202-83ED-6B204932B1D9}"/>
          </ac:spMkLst>
        </pc:spChg>
        <pc:spChg chg="del">
          <ac:chgData name="Sándor Pecsora" userId="810b1d013327c237" providerId="LiveId" clId="{FB37D993-8D2E-4ED8-8E51-85BE1E9E0E56}" dt="2020-11-07T09:25:36.657" v="1244" actId="478"/>
          <ac:spMkLst>
            <pc:docMk/>
            <pc:sldMk cId="2325299629" sldId="342"/>
            <ac:spMk id="7" creationId="{0A78392F-CA77-499B-9636-A47E2E55BC6D}"/>
          </ac:spMkLst>
        </pc:spChg>
        <pc:spChg chg="del">
          <ac:chgData name="Sándor Pecsora" userId="810b1d013327c237" providerId="LiveId" clId="{FB37D993-8D2E-4ED8-8E51-85BE1E9E0E56}" dt="2020-11-07T09:25:36.657" v="1244" actId="478"/>
          <ac:spMkLst>
            <pc:docMk/>
            <pc:sldMk cId="2325299629" sldId="342"/>
            <ac:spMk id="8" creationId="{59FA3755-39DA-4B04-AAC6-56260E1A6686}"/>
          </ac:spMkLst>
        </pc:spChg>
        <pc:spChg chg="add mod">
          <ac:chgData name="Sándor Pecsora" userId="810b1d013327c237" providerId="LiveId" clId="{FB37D993-8D2E-4ED8-8E51-85BE1E9E0E56}" dt="2020-11-07T09:42:34.191" v="1296" actId="1076"/>
          <ac:spMkLst>
            <pc:docMk/>
            <pc:sldMk cId="2325299629" sldId="342"/>
            <ac:spMk id="9" creationId="{5C8773E6-6888-4927-9319-CA77EC5197DF}"/>
          </ac:spMkLst>
        </pc:spChg>
        <pc:spChg chg="add mod">
          <ac:chgData name="Sándor Pecsora" userId="810b1d013327c237" providerId="LiveId" clId="{FB37D993-8D2E-4ED8-8E51-85BE1E9E0E56}" dt="2020-11-07T10:13:20.577" v="1432" actId="21"/>
          <ac:spMkLst>
            <pc:docMk/>
            <pc:sldMk cId="2325299629" sldId="342"/>
            <ac:spMk id="10" creationId="{2DAD8E74-5884-4DCE-B37E-1E759E75A20B}"/>
          </ac:spMkLst>
        </pc:spChg>
        <pc:spChg chg="add mod">
          <ac:chgData name="Sándor Pecsora" userId="810b1d013327c237" providerId="LiveId" clId="{FB37D993-8D2E-4ED8-8E51-85BE1E9E0E56}" dt="2020-11-07T10:23:49.968" v="1462" actId="1076"/>
          <ac:spMkLst>
            <pc:docMk/>
            <pc:sldMk cId="2325299629" sldId="342"/>
            <ac:spMk id="11" creationId="{B5E60F55-8EF5-401C-A0E7-558A8B3B8114}"/>
          </ac:spMkLst>
        </pc:spChg>
        <pc:spChg chg="add mod">
          <ac:chgData name="Sándor Pecsora" userId="810b1d013327c237" providerId="LiveId" clId="{FB37D993-8D2E-4ED8-8E51-85BE1E9E0E56}" dt="2020-11-07T10:14:23.597" v="1443" actId="1076"/>
          <ac:spMkLst>
            <pc:docMk/>
            <pc:sldMk cId="2325299629" sldId="342"/>
            <ac:spMk id="12" creationId="{55E0BE40-D7E0-46C0-B341-8AE226D3C524}"/>
          </ac:spMkLst>
        </pc:spChg>
        <pc:spChg chg="add mod">
          <ac:chgData name="Sándor Pecsora" userId="810b1d013327c237" providerId="LiveId" clId="{FB37D993-8D2E-4ED8-8E51-85BE1E9E0E56}" dt="2020-11-07T10:13:28.107" v="1434" actId="1076"/>
          <ac:spMkLst>
            <pc:docMk/>
            <pc:sldMk cId="2325299629" sldId="342"/>
            <ac:spMk id="15" creationId="{4F52D8E6-5B6E-44BA-8CEC-44B7F8FBADC1}"/>
          </ac:spMkLst>
        </pc:spChg>
        <pc:graphicFrameChg chg="del">
          <ac:chgData name="Sándor Pecsora" userId="810b1d013327c237" providerId="LiveId" clId="{FB37D993-8D2E-4ED8-8E51-85BE1E9E0E56}" dt="2020-11-07T09:25:38.598" v="1245" actId="478"/>
          <ac:graphicFrameMkLst>
            <pc:docMk/>
            <pc:sldMk cId="2325299629" sldId="342"/>
            <ac:graphicFrameMk id="4" creationId="{00000000-0000-0000-0000-000000000000}"/>
          </ac:graphicFrameMkLst>
        </pc:graphicFrameChg>
        <pc:picChg chg="add del mod">
          <ac:chgData name="Sándor Pecsora" userId="810b1d013327c237" providerId="LiveId" clId="{FB37D993-8D2E-4ED8-8E51-85BE1E9E0E56}" dt="2020-11-07T10:12:42.296" v="1427" actId="478"/>
          <ac:picMkLst>
            <pc:docMk/>
            <pc:sldMk cId="2325299629" sldId="342"/>
            <ac:picMk id="13" creationId="{D240BEE7-A017-4331-B9FE-29ECA04C1862}"/>
          </ac:picMkLst>
        </pc:picChg>
        <pc:picChg chg="add del mod">
          <ac:chgData name="Sándor Pecsora" userId="810b1d013327c237" providerId="LiveId" clId="{FB37D993-8D2E-4ED8-8E51-85BE1E9E0E56}" dt="2020-11-07T10:22:54.788" v="1452" actId="478"/>
          <ac:picMkLst>
            <pc:docMk/>
            <pc:sldMk cId="2325299629" sldId="342"/>
            <ac:picMk id="14" creationId="{4FFB5AC7-798F-4D0D-8CB9-2874E4D79149}"/>
          </ac:picMkLst>
        </pc:picChg>
        <pc:picChg chg="add mod">
          <ac:chgData name="Sándor Pecsora" userId="810b1d013327c237" providerId="LiveId" clId="{FB37D993-8D2E-4ED8-8E51-85BE1E9E0E56}" dt="2020-11-07T10:23:12.029" v="1457" actId="14100"/>
          <ac:picMkLst>
            <pc:docMk/>
            <pc:sldMk cId="2325299629" sldId="342"/>
            <ac:picMk id="16" creationId="{8F1F47F6-943A-44B6-A39A-245912BCFF45}"/>
          </ac:picMkLst>
        </pc:picChg>
      </pc:sldChg>
      <pc:sldChg chg="delSp modSp add mod delAnim">
        <pc:chgData name="Sándor Pecsora" userId="810b1d013327c237" providerId="LiveId" clId="{FB37D993-8D2E-4ED8-8E51-85BE1E9E0E56}" dt="2020-11-14T10:51:35.779" v="1532" actId="14100"/>
        <pc:sldMkLst>
          <pc:docMk/>
          <pc:sldMk cId="3367599746" sldId="343"/>
        </pc:sldMkLst>
        <pc:spChg chg="mod">
          <ac:chgData name="Sándor Pecsora" userId="810b1d013327c237" providerId="LiveId" clId="{FB37D993-8D2E-4ED8-8E51-85BE1E9E0E56}" dt="2020-11-14T10:51:35.779" v="1532" actId="14100"/>
          <ac:spMkLst>
            <pc:docMk/>
            <pc:sldMk cId="3367599746" sldId="343"/>
            <ac:spMk id="3" creationId="{00000000-0000-0000-0000-000000000000}"/>
          </ac:spMkLst>
        </pc:spChg>
        <pc:spChg chg="del mod">
          <ac:chgData name="Sándor Pecsora" userId="810b1d013327c237" providerId="LiveId" clId="{FB37D993-8D2E-4ED8-8E51-85BE1E9E0E56}" dt="2020-11-08T09:50:44.009" v="1473" actId="478"/>
          <ac:spMkLst>
            <pc:docMk/>
            <pc:sldMk cId="3367599746" sldId="343"/>
            <ac:spMk id="5" creationId="{09420510-ED20-4022-8CD2-E2320DE88804}"/>
          </ac:spMkLst>
        </pc:spChg>
        <pc:spChg chg="del">
          <ac:chgData name="Sándor Pecsora" userId="810b1d013327c237" providerId="LiveId" clId="{FB37D993-8D2E-4ED8-8E51-85BE1E9E0E56}" dt="2020-11-08T09:50:44.009" v="1473" actId="478"/>
          <ac:spMkLst>
            <pc:docMk/>
            <pc:sldMk cId="3367599746" sldId="343"/>
            <ac:spMk id="6" creationId="{02661062-5638-4202-83ED-6B204932B1D9}"/>
          </ac:spMkLst>
        </pc:spChg>
        <pc:spChg chg="del">
          <ac:chgData name="Sándor Pecsora" userId="810b1d013327c237" providerId="LiveId" clId="{FB37D993-8D2E-4ED8-8E51-85BE1E9E0E56}" dt="2020-11-08T09:50:44.009" v="1473" actId="478"/>
          <ac:spMkLst>
            <pc:docMk/>
            <pc:sldMk cId="3367599746" sldId="343"/>
            <ac:spMk id="7" creationId="{0A78392F-CA77-499B-9636-A47E2E55BC6D}"/>
          </ac:spMkLst>
        </pc:spChg>
        <pc:spChg chg="del">
          <ac:chgData name="Sándor Pecsora" userId="810b1d013327c237" providerId="LiveId" clId="{FB37D993-8D2E-4ED8-8E51-85BE1E9E0E56}" dt="2020-11-08T09:50:44.009" v="1473" actId="478"/>
          <ac:spMkLst>
            <pc:docMk/>
            <pc:sldMk cId="3367599746" sldId="343"/>
            <ac:spMk id="8" creationId="{59FA3755-39DA-4B04-AAC6-56260E1A6686}"/>
          </ac:spMkLst>
        </pc:spChg>
        <pc:graphicFrameChg chg="del">
          <ac:chgData name="Sándor Pecsora" userId="810b1d013327c237" providerId="LiveId" clId="{FB37D993-8D2E-4ED8-8E51-85BE1E9E0E56}" dt="2020-11-08T09:50:46.100" v="1474" actId="478"/>
          <ac:graphicFrameMkLst>
            <pc:docMk/>
            <pc:sldMk cId="3367599746" sldId="343"/>
            <ac:graphicFrameMk id="4" creationId="{00000000-0000-0000-0000-000000000000}"/>
          </ac:graphicFrameMkLst>
        </pc:graphicFrameChg>
      </pc:sldChg>
      <pc:sldChg chg="add del">
        <pc:chgData name="Sándor Pecsora" userId="810b1d013327c237" providerId="LiveId" clId="{FB37D993-8D2E-4ED8-8E51-85BE1E9E0E56}" dt="2020-11-08T09:50:36.607" v="1470" actId="47"/>
        <pc:sldMkLst>
          <pc:docMk/>
          <pc:sldMk cId="3457247762" sldId="343"/>
        </pc:sldMkLst>
      </pc:sldChg>
      <pc:sldChg chg="delSp modSp add mod delAnim">
        <pc:chgData name="Sándor Pecsora" userId="810b1d013327c237" providerId="LiveId" clId="{FB37D993-8D2E-4ED8-8E51-85BE1E9E0E56}" dt="2020-11-08T09:59:14.249" v="1503" actId="27636"/>
        <pc:sldMkLst>
          <pc:docMk/>
          <pc:sldMk cId="983470439" sldId="344"/>
        </pc:sldMkLst>
        <pc:spChg chg="mod">
          <ac:chgData name="Sándor Pecsora" userId="810b1d013327c237" providerId="LiveId" clId="{FB37D993-8D2E-4ED8-8E51-85BE1E9E0E56}" dt="2020-11-08T09:59:14.249" v="1503" actId="27636"/>
          <ac:spMkLst>
            <pc:docMk/>
            <pc:sldMk cId="983470439" sldId="344"/>
            <ac:spMk id="3" creationId="{00000000-0000-0000-0000-000000000000}"/>
          </ac:spMkLst>
        </pc:spChg>
        <pc:spChg chg="del">
          <ac:chgData name="Sándor Pecsora" userId="810b1d013327c237" providerId="LiveId" clId="{FB37D993-8D2E-4ED8-8E51-85BE1E9E0E56}" dt="2020-11-08T09:52:45.907" v="1491" actId="478"/>
          <ac:spMkLst>
            <pc:docMk/>
            <pc:sldMk cId="983470439" sldId="344"/>
            <ac:spMk id="4" creationId="{F184671A-048F-4BD7-8AD8-9FCE797134E5}"/>
          </ac:spMkLst>
        </pc:spChg>
        <pc:spChg chg="del">
          <ac:chgData name="Sándor Pecsora" userId="810b1d013327c237" providerId="LiveId" clId="{FB37D993-8D2E-4ED8-8E51-85BE1E9E0E56}" dt="2020-11-08T09:52:43.007" v="1490" actId="478"/>
          <ac:spMkLst>
            <pc:docMk/>
            <pc:sldMk cId="983470439" sldId="344"/>
            <ac:spMk id="5" creationId="{5CE0E53F-DF10-4A88-88B2-9E1CA7C5C629}"/>
          </ac:spMkLst>
        </pc:spChg>
        <pc:spChg chg="del">
          <ac:chgData name="Sándor Pecsora" userId="810b1d013327c237" providerId="LiveId" clId="{FB37D993-8D2E-4ED8-8E51-85BE1E9E0E56}" dt="2020-11-08T09:52:41.457" v="1489" actId="478"/>
          <ac:spMkLst>
            <pc:docMk/>
            <pc:sldMk cId="983470439" sldId="344"/>
            <ac:spMk id="6" creationId="{22D17158-444A-4293-9E84-B3D7F7233F9D}"/>
          </ac:spMkLst>
        </pc:spChg>
      </pc:sldChg>
      <pc:sldChg chg="delSp modSp add mod delAnim">
        <pc:chgData name="Sándor Pecsora" userId="810b1d013327c237" providerId="LiveId" clId="{FB37D993-8D2E-4ED8-8E51-85BE1E9E0E56}" dt="2020-11-08T10:08:16.722" v="1517" actId="404"/>
        <pc:sldMkLst>
          <pc:docMk/>
          <pc:sldMk cId="3874375682" sldId="345"/>
        </pc:sldMkLst>
        <pc:spChg chg="mod">
          <ac:chgData name="Sándor Pecsora" userId="810b1d013327c237" providerId="LiveId" clId="{FB37D993-8D2E-4ED8-8E51-85BE1E9E0E56}" dt="2020-11-08T10:08:16.722" v="1517" actId="404"/>
          <ac:spMkLst>
            <pc:docMk/>
            <pc:sldMk cId="3874375682" sldId="345"/>
            <ac:spMk id="3" creationId="{00000000-0000-0000-0000-000000000000}"/>
          </ac:spMkLst>
        </pc:spChg>
        <pc:spChg chg="del">
          <ac:chgData name="Sándor Pecsora" userId="810b1d013327c237" providerId="LiveId" clId="{FB37D993-8D2E-4ED8-8E51-85BE1E9E0E56}" dt="2020-11-08T09:59:47.920" v="1507" actId="478"/>
          <ac:spMkLst>
            <pc:docMk/>
            <pc:sldMk cId="3874375682" sldId="345"/>
            <ac:spMk id="4" creationId="{4D56CDE2-BDDF-4450-B8B4-04EB904CBD6E}"/>
          </ac:spMkLst>
        </pc:spChg>
        <pc:spChg chg="del">
          <ac:chgData name="Sándor Pecsora" userId="810b1d013327c237" providerId="LiveId" clId="{FB37D993-8D2E-4ED8-8E51-85BE1E9E0E56}" dt="2020-11-08T09:59:47.920" v="1507" actId="478"/>
          <ac:spMkLst>
            <pc:docMk/>
            <pc:sldMk cId="3874375682" sldId="345"/>
            <ac:spMk id="5" creationId="{9259D382-C4A1-463D-BC85-5D856234692C}"/>
          </ac:spMkLst>
        </pc:spChg>
        <pc:spChg chg="del">
          <ac:chgData name="Sándor Pecsora" userId="810b1d013327c237" providerId="LiveId" clId="{FB37D993-8D2E-4ED8-8E51-85BE1E9E0E56}" dt="2020-11-08T09:59:47.920" v="1507" actId="478"/>
          <ac:spMkLst>
            <pc:docMk/>
            <pc:sldMk cId="3874375682" sldId="345"/>
            <ac:spMk id="6" creationId="{65984E5A-DF6D-4C0D-8587-7106351F9083}"/>
          </ac:spMkLst>
        </pc:spChg>
        <pc:spChg chg="del">
          <ac:chgData name="Sándor Pecsora" userId="810b1d013327c237" providerId="LiveId" clId="{FB37D993-8D2E-4ED8-8E51-85BE1E9E0E56}" dt="2020-11-08T09:59:47.920" v="1507" actId="478"/>
          <ac:spMkLst>
            <pc:docMk/>
            <pc:sldMk cId="3874375682" sldId="345"/>
            <ac:spMk id="7" creationId="{77661529-6ABD-4896-AE74-FA37A6588734}"/>
          </ac:spMkLst>
        </pc:spChg>
        <pc:spChg chg="del">
          <ac:chgData name="Sándor Pecsora" userId="810b1d013327c237" providerId="LiveId" clId="{FB37D993-8D2E-4ED8-8E51-85BE1E9E0E56}" dt="2020-11-08T09:59:47.920" v="1507" actId="478"/>
          <ac:spMkLst>
            <pc:docMk/>
            <pc:sldMk cId="3874375682" sldId="345"/>
            <ac:spMk id="9" creationId="{4AEB45A1-9F9C-471E-873F-C763BA278DD4}"/>
          </ac:spMkLst>
        </pc:spChg>
        <pc:spChg chg="del">
          <ac:chgData name="Sándor Pecsora" userId="810b1d013327c237" providerId="LiveId" clId="{FB37D993-8D2E-4ED8-8E51-85BE1E9E0E56}" dt="2020-11-08T09:59:47.920" v="1507" actId="478"/>
          <ac:spMkLst>
            <pc:docMk/>
            <pc:sldMk cId="3874375682" sldId="345"/>
            <ac:spMk id="10" creationId="{F079DA84-694A-437B-A30B-30ED7E021DD3}"/>
          </ac:spMkLst>
        </pc:spChg>
        <pc:spChg chg="del">
          <ac:chgData name="Sándor Pecsora" userId="810b1d013327c237" providerId="LiveId" clId="{FB37D993-8D2E-4ED8-8E51-85BE1E9E0E56}" dt="2020-11-08T09:59:47.920" v="1507" actId="478"/>
          <ac:spMkLst>
            <pc:docMk/>
            <pc:sldMk cId="3874375682" sldId="345"/>
            <ac:spMk id="11" creationId="{5D3465CD-B2C6-4AAF-AE96-EC8FDEA345B4}"/>
          </ac:spMkLst>
        </pc:spChg>
      </pc:sldChg>
      <pc:sldChg chg="modSp mod">
        <pc:chgData name="Sándor Pecsora" userId="810b1d013327c237" providerId="LiveId" clId="{FB37D993-8D2E-4ED8-8E51-85BE1E9E0E56}" dt="2020-11-14T10:50:26.992" v="1524" actId="14100"/>
        <pc:sldMkLst>
          <pc:docMk/>
          <pc:sldMk cId="3913864332" sldId="346"/>
        </pc:sldMkLst>
        <pc:spChg chg="mod">
          <ac:chgData name="Sándor Pecsora" userId="810b1d013327c237" providerId="LiveId" clId="{FB37D993-8D2E-4ED8-8E51-85BE1E9E0E56}" dt="2020-11-14T10:50:26.992" v="1524" actId="14100"/>
          <ac:spMkLst>
            <pc:docMk/>
            <pc:sldMk cId="3913864332" sldId="346"/>
            <ac:spMk id="3" creationId="{00000000-0000-0000-0000-000000000000}"/>
          </ac:spMkLst>
        </pc:spChg>
      </pc:sldChg>
      <pc:sldChg chg="del">
        <pc:chgData name="Sándor Pecsora" userId="810b1d013327c237" providerId="LiveId" clId="{FB37D993-8D2E-4ED8-8E51-85BE1E9E0E56}" dt="2020-11-14T10:51:55.059" v="1534" actId="47"/>
        <pc:sldMkLst>
          <pc:docMk/>
          <pc:sldMk cId="1305522105" sldId="347"/>
        </pc:sldMkLst>
      </pc:sldChg>
      <pc:sldChg chg="modSp new mod">
        <pc:chgData name="Sándor Pecsora" userId="810b1d013327c237" providerId="LiveId" clId="{FB37D993-8D2E-4ED8-8E51-85BE1E9E0E56}" dt="2020-11-14T11:00:55.793" v="1587" actId="14100"/>
        <pc:sldMkLst>
          <pc:docMk/>
          <pc:sldMk cId="3295388340" sldId="347"/>
        </pc:sldMkLst>
        <pc:spChg chg="mod">
          <ac:chgData name="Sándor Pecsora" userId="810b1d013327c237" providerId="LiveId" clId="{FB37D993-8D2E-4ED8-8E51-85BE1E9E0E56}" dt="2020-11-14T10:59:03.443" v="1576" actId="20577"/>
          <ac:spMkLst>
            <pc:docMk/>
            <pc:sldMk cId="3295388340" sldId="347"/>
            <ac:spMk id="2" creationId="{AB9E78AC-AFCE-4405-9BE0-A08A735A26C6}"/>
          </ac:spMkLst>
        </pc:spChg>
        <pc:spChg chg="mod">
          <ac:chgData name="Sándor Pecsora" userId="810b1d013327c237" providerId="LiveId" clId="{FB37D993-8D2E-4ED8-8E51-85BE1E9E0E56}" dt="2020-11-14T11:00:55.793" v="1587" actId="14100"/>
          <ac:spMkLst>
            <pc:docMk/>
            <pc:sldMk cId="3295388340" sldId="347"/>
            <ac:spMk id="3" creationId="{E9254ED1-2390-4703-AB22-3DA05DC7CB20}"/>
          </ac:spMkLst>
        </pc:spChg>
      </pc:sldChg>
      <pc:sldChg chg="addSp delSp modSp new mod">
        <pc:chgData name="Sándor Pecsora" userId="810b1d013327c237" providerId="LiveId" clId="{FB37D993-8D2E-4ED8-8E51-85BE1E9E0E56}" dt="2020-11-14T10:59:44.609" v="1586" actId="20577"/>
        <pc:sldMkLst>
          <pc:docMk/>
          <pc:sldMk cId="2089455493" sldId="348"/>
        </pc:sldMkLst>
        <pc:spChg chg="del">
          <ac:chgData name="Sándor Pecsora" userId="810b1d013327c237" providerId="LiveId" clId="{FB37D993-8D2E-4ED8-8E51-85BE1E9E0E56}" dt="2020-11-14T10:55:39.935" v="1558" actId="478"/>
          <ac:spMkLst>
            <pc:docMk/>
            <pc:sldMk cId="2089455493" sldId="348"/>
            <ac:spMk id="2" creationId="{AA62F252-BDD3-4BBC-B55C-FFD2C18C017B}"/>
          </ac:spMkLst>
        </pc:spChg>
        <pc:spChg chg="mod">
          <ac:chgData name="Sándor Pecsora" userId="810b1d013327c237" providerId="LiveId" clId="{FB37D993-8D2E-4ED8-8E51-85BE1E9E0E56}" dt="2020-11-14T10:59:24.656" v="1581" actId="1076"/>
          <ac:spMkLst>
            <pc:docMk/>
            <pc:sldMk cId="2089455493" sldId="348"/>
            <ac:spMk id="3" creationId="{ECE7F730-16E7-48B4-A74A-EEF58C24ED63}"/>
          </ac:spMkLst>
        </pc:spChg>
        <pc:spChg chg="add mod">
          <ac:chgData name="Sándor Pecsora" userId="810b1d013327c237" providerId="LiveId" clId="{FB37D993-8D2E-4ED8-8E51-85BE1E9E0E56}" dt="2020-11-14T10:59:44.609" v="1586" actId="20577"/>
          <ac:spMkLst>
            <pc:docMk/>
            <pc:sldMk cId="2089455493" sldId="348"/>
            <ac:spMk id="4" creationId="{F202E839-C742-4783-912E-931DF5187384}"/>
          </ac:spMkLst>
        </pc:spChg>
      </pc:sldChg>
    </pc:docChg>
  </pc:docChgLst>
  <pc:docChgLst>
    <pc:chgData name="Sándor Pecsora" userId="810b1d013327c237" providerId="LiveId" clId="{936A85F2-2771-4453-8EC0-24103AE07F5E}"/>
    <pc:docChg chg="undo custSel addSld modSld sldOrd">
      <pc:chgData name="Sándor Pecsora" userId="810b1d013327c237" providerId="LiveId" clId="{936A85F2-2771-4453-8EC0-24103AE07F5E}" dt="2020-11-19T08:33:45.773" v="36" actId="27636"/>
      <pc:docMkLst>
        <pc:docMk/>
      </pc:docMkLst>
      <pc:sldChg chg="modSp mod">
        <pc:chgData name="Sándor Pecsora" userId="810b1d013327c237" providerId="LiveId" clId="{936A85F2-2771-4453-8EC0-24103AE07F5E}" dt="2020-11-18T09:14:24.117" v="10" actId="20577"/>
        <pc:sldMkLst>
          <pc:docMk/>
          <pc:sldMk cId="3367599746" sldId="343"/>
        </pc:sldMkLst>
        <pc:spChg chg="mod">
          <ac:chgData name="Sándor Pecsora" userId="810b1d013327c237" providerId="LiveId" clId="{936A85F2-2771-4453-8EC0-24103AE07F5E}" dt="2020-11-18T09:14:24.117" v="10" actId="20577"/>
          <ac:spMkLst>
            <pc:docMk/>
            <pc:sldMk cId="3367599746" sldId="343"/>
            <ac:spMk id="3" creationId="{00000000-0000-0000-0000-000000000000}"/>
          </ac:spMkLst>
        </pc:spChg>
      </pc:sldChg>
      <pc:sldChg chg="modSp mod">
        <pc:chgData name="Sándor Pecsora" userId="810b1d013327c237" providerId="LiveId" clId="{936A85F2-2771-4453-8EC0-24103AE07F5E}" dt="2020-11-16T08:41:29.197" v="2" actId="6549"/>
        <pc:sldMkLst>
          <pc:docMk/>
          <pc:sldMk cId="3874375682" sldId="345"/>
        </pc:sldMkLst>
        <pc:spChg chg="mod">
          <ac:chgData name="Sándor Pecsora" userId="810b1d013327c237" providerId="LiveId" clId="{936A85F2-2771-4453-8EC0-24103AE07F5E}" dt="2020-11-16T08:41:29.197" v="2" actId="6549"/>
          <ac:spMkLst>
            <pc:docMk/>
            <pc:sldMk cId="3874375682" sldId="345"/>
            <ac:spMk id="2" creationId="{00000000-0000-0000-0000-000000000000}"/>
          </ac:spMkLst>
        </pc:spChg>
      </pc:sldChg>
      <pc:sldChg chg="modSp mod">
        <pc:chgData name="Sándor Pecsora" userId="810b1d013327c237" providerId="LiveId" clId="{936A85F2-2771-4453-8EC0-24103AE07F5E}" dt="2020-11-18T09:16:09.036" v="13" actId="20577"/>
        <pc:sldMkLst>
          <pc:docMk/>
          <pc:sldMk cId="3913864332" sldId="346"/>
        </pc:sldMkLst>
        <pc:spChg chg="mod">
          <ac:chgData name="Sándor Pecsora" userId="810b1d013327c237" providerId="LiveId" clId="{936A85F2-2771-4453-8EC0-24103AE07F5E}" dt="2020-11-18T09:16:09.036" v="13" actId="20577"/>
          <ac:spMkLst>
            <pc:docMk/>
            <pc:sldMk cId="3913864332" sldId="346"/>
            <ac:spMk id="3" creationId="{00000000-0000-0000-0000-000000000000}"/>
          </ac:spMkLst>
        </pc:spChg>
      </pc:sldChg>
      <pc:sldChg chg="ord">
        <pc:chgData name="Sándor Pecsora" userId="810b1d013327c237" providerId="LiveId" clId="{936A85F2-2771-4453-8EC0-24103AE07F5E}" dt="2020-11-18T10:36:28.565" v="28"/>
        <pc:sldMkLst>
          <pc:docMk/>
          <pc:sldMk cId="3295388340" sldId="347"/>
        </pc:sldMkLst>
      </pc:sldChg>
      <pc:sldChg chg="modSp add mod">
        <pc:chgData name="Sándor Pecsora" userId="810b1d013327c237" providerId="LiveId" clId="{936A85F2-2771-4453-8EC0-24103AE07F5E}" dt="2020-11-16T08:41:20.976" v="1"/>
        <pc:sldMkLst>
          <pc:docMk/>
          <pc:sldMk cId="654483438" sldId="349"/>
        </pc:sldMkLst>
        <pc:spChg chg="mod">
          <ac:chgData name="Sándor Pecsora" userId="810b1d013327c237" providerId="LiveId" clId="{936A85F2-2771-4453-8EC0-24103AE07F5E}" dt="2020-11-16T08:41:20.976" v="1"/>
          <ac:spMkLst>
            <pc:docMk/>
            <pc:sldMk cId="654483438" sldId="349"/>
            <ac:spMk id="3" creationId="{00000000-0000-0000-0000-000000000000}"/>
          </ac:spMkLst>
        </pc:spChg>
      </pc:sldChg>
      <pc:sldChg chg="modSp add mod">
        <pc:chgData name="Sándor Pecsora" userId="810b1d013327c237" providerId="LiveId" clId="{936A85F2-2771-4453-8EC0-24103AE07F5E}" dt="2020-11-19T08:33:45.773" v="36" actId="27636"/>
        <pc:sldMkLst>
          <pc:docMk/>
          <pc:sldMk cId="3190537315" sldId="350"/>
        </pc:sldMkLst>
        <pc:spChg chg="mod">
          <ac:chgData name="Sándor Pecsora" userId="810b1d013327c237" providerId="LiveId" clId="{936A85F2-2771-4453-8EC0-24103AE07F5E}" dt="2020-11-19T08:33:45.773" v="36" actId="27636"/>
          <ac:spMkLst>
            <pc:docMk/>
            <pc:sldMk cId="3190537315" sldId="350"/>
            <ac:spMk id="2" creationId="{00000000-0000-0000-0000-000000000000}"/>
          </ac:spMkLst>
        </pc:spChg>
        <pc:spChg chg="mod">
          <ac:chgData name="Sándor Pecsora" userId="810b1d013327c237" providerId="LiveId" clId="{936A85F2-2771-4453-8EC0-24103AE07F5E}" dt="2020-11-19T08:15:57.244" v="34" actId="20577"/>
          <ac:spMkLst>
            <pc:docMk/>
            <pc:sldMk cId="3190537315" sldId="35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8D181-6501-4CD6-ADAA-357D1FDA1029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B4519-444B-4F56-B3DB-AC5AAF91806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044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9969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2867474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4289334"/>
            <a:ext cx="895401" cy="640080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6773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Clr>
                <a:schemeClr val="accent3">
                  <a:lumMod val="50000"/>
                </a:schemeClr>
              </a:buClr>
              <a:buNone/>
              <a:defRPr sz="2000"/>
            </a:lvl1pPr>
            <a:lvl2pPr marL="205740" indent="0">
              <a:buClr>
                <a:schemeClr val="accent3">
                  <a:lumMod val="50000"/>
                </a:schemeClr>
              </a:buClr>
              <a:buNone/>
              <a:defRPr sz="1800"/>
            </a:lvl2pPr>
            <a:lvl3pPr marL="411480" indent="0">
              <a:buClr>
                <a:schemeClr val="accent3">
                  <a:lumMod val="50000"/>
                </a:schemeClr>
              </a:buClr>
              <a:buNone/>
              <a:defRPr sz="1800"/>
            </a:lvl3pPr>
            <a:lvl4pPr marL="617220" indent="0">
              <a:buClr>
                <a:schemeClr val="accent3">
                  <a:lumMod val="50000"/>
                </a:schemeClr>
              </a:buClr>
              <a:buNone/>
              <a:defRPr sz="1800"/>
            </a:lvl4pPr>
            <a:lvl5pPr marL="822960" indent="0">
              <a:buClr>
                <a:schemeClr val="accent3">
                  <a:lumMod val="50000"/>
                </a:schemeClr>
              </a:buClr>
              <a:buNone/>
              <a:defRPr sz="18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545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6272785"/>
            <a:ext cx="474573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2506133"/>
            <a:ext cx="891224" cy="720332"/>
          </a:xfrm>
        </p:spPr>
        <p:txBody>
          <a:bodyPr/>
          <a:lstStyle>
            <a:lvl1pPr>
              <a:defRPr sz="2100"/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1040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2194560"/>
            <a:ext cx="3566160" cy="39776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440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743200"/>
            <a:ext cx="3566160" cy="3291840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000"/>
            </a:lvl1pPr>
            <a:lvl2pPr>
              <a:buClr>
                <a:schemeClr val="accent3">
                  <a:lumMod val="75000"/>
                </a:schemeClr>
              </a:buClr>
              <a:defRPr sz="1800"/>
            </a:lvl2pPr>
            <a:lvl3pPr>
              <a:buClr>
                <a:schemeClr val="accent3">
                  <a:lumMod val="75000"/>
                </a:schemeClr>
              </a:buClr>
              <a:defRPr sz="1800"/>
            </a:lvl3pPr>
            <a:lvl4pPr>
              <a:buClr>
                <a:schemeClr val="accent3">
                  <a:lumMod val="75000"/>
                </a:schemeClr>
              </a:buClr>
              <a:defRPr sz="1800"/>
            </a:lvl4pPr>
            <a:lvl5pPr>
              <a:buClr>
                <a:schemeClr val="accent3">
                  <a:lumMod val="75000"/>
                </a:schemeClr>
              </a:buClr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962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607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9142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>
            <a:normAutofit/>
          </a:bodyPr>
          <a:lstStyle>
            <a:lvl1pPr>
              <a:buClr>
                <a:schemeClr val="accent3">
                  <a:lumMod val="75000"/>
                </a:schemeClr>
              </a:buClr>
              <a:defRPr sz="2400"/>
            </a:lvl1pPr>
            <a:lvl2pPr>
              <a:buClr>
                <a:schemeClr val="accent3">
                  <a:lumMod val="75000"/>
                </a:schemeClr>
              </a:buClr>
              <a:defRPr sz="2000"/>
            </a:lvl2pPr>
            <a:lvl3pPr>
              <a:buClr>
                <a:schemeClr val="accent3">
                  <a:lumMod val="75000"/>
                </a:schemeClr>
              </a:buClr>
              <a:defRPr sz="2000"/>
            </a:lvl3pPr>
            <a:lvl4pPr>
              <a:buClr>
                <a:schemeClr val="accent3">
                  <a:lumMod val="75000"/>
                </a:schemeClr>
              </a:buClr>
              <a:defRPr sz="2000"/>
            </a:lvl4pPr>
            <a:lvl5pPr>
              <a:buClr>
                <a:schemeClr val="accent3">
                  <a:lumMod val="75000"/>
                </a:schemeClr>
              </a:buClr>
              <a:defRPr sz="20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5561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212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573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794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hart">
  <p:cSld name="Cím, szöveg é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7467600" cy="9906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981200"/>
            <a:ext cx="3810000" cy="4114800"/>
          </a:xfrm>
        </p:spPr>
        <p:txBody>
          <a:bodyPr rtlCol="0">
            <a:normAutofit/>
          </a:bodyPr>
          <a:lstStyle/>
          <a:p>
            <a:pPr lvl="0"/>
            <a:r>
              <a:rPr lang="hu-HU" noProof="0"/>
              <a:t>Diagram beszúrásához kattintson az ikonra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2166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2121408"/>
            <a:ext cx="75438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FB78DAAF-0C17-4703-AEE3-44267674DFC7}" type="datetimeFigureOut">
              <a:rPr lang="hu-HU" smtClean="0"/>
              <a:t>2024. 10. 28.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1209D428-69BB-4D9A-8FAB-16C0194CC2D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1347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example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86032" y="758952"/>
            <a:ext cx="8328454" cy="2670048"/>
          </a:xfrm>
        </p:spPr>
        <p:txBody>
          <a:bodyPr>
            <a:noAutofit/>
          </a:bodyPr>
          <a:lstStyle/>
          <a:p>
            <a:r>
              <a:rPr lang="en-US" sz="4000" dirty="0"/>
              <a:t>Applied Statistics,</a:t>
            </a:r>
            <a:br>
              <a:rPr lang="en-US" sz="4000" dirty="0"/>
            </a:br>
            <a:r>
              <a:rPr lang="en-US" sz="4000" dirty="0"/>
              <a:t>Probability theory and mathematical statistics</a:t>
            </a:r>
            <a:endParaRPr lang="en-GB" sz="40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Basic notions of statistics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02A1929-D361-4830-B28B-82105341B8EC}"/>
              </a:ext>
            </a:extLst>
          </p:cNvPr>
          <p:cNvSpPr txBox="1"/>
          <p:nvPr/>
        </p:nvSpPr>
        <p:spPr>
          <a:xfrm>
            <a:off x="2241176" y="3542200"/>
            <a:ext cx="4652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Attila Barta, Sándor Pecsora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38B5CDD-DF06-4B9E-97D9-BB5E2ADD616B}"/>
              </a:ext>
            </a:extLst>
          </p:cNvPr>
          <p:cNvSpPr txBox="1"/>
          <p:nvPr/>
        </p:nvSpPr>
        <p:spPr>
          <a:xfrm>
            <a:off x="0" y="6355866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400" dirty="0"/>
              <a:t>”</a:t>
            </a:r>
            <a:r>
              <a:rPr lang="en-US" sz="1400" dirty="0"/>
              <a:t>This work was supported by the construction EFOP-3.4.3-16-2016-00021. The project was supported by the European Union, co-financed by the European Social Fund.”</a:t>
            </a:r>
            <a:endParaRPr lang="hu-HU" sz="1400" dirty="0"/>
          </a:p>
        </p:txBody>
      </p:sp>
    </p:spTree>
    <p:extLst>
      <p:ext uri="{BB962C8B-B14F-4D97-AF65-F5344CB8AC3E}">
        <p14:creationId xmlns:p14="http://schemas.microsoft.com/office/powerpoint/2010/main" val="373566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B1E779-98A1-D729-DF7C-331FC8DB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Boxplot</a:t>
            </a:r>
            <a:endParaRPr lang="hu-HU" dirty="0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AD7803CC-395B-FB8E-7814-4B2D7A09030B}"/>
              </a:ext>
            </a:extLst>
          </p:cNvPr>
          <p:cNvSpPr/>
          <p:nvPr/>
        </p:nvSpPr>
        <p:spPr>
          <a:xfrm>
            <a:off x="6061374" y="3530647"/>
            <a:ext cx="90052" cy="9351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/>
          </a:p>
        </p:txBody>
      </p:sp>
      <p:sp>
        <p:nvSpPr>
          <p:cNvPr id="22" name="Ellipszis 21">
            <a:extLst>
              <a:ext uri="{FF2B5EF4-FFF2-40B4-BE49-F238E27FC236}">
                <a16:creationId xmlns:a16="http://schemas.microsoft.com/office/drawing/2014/main" id="{EC843516-9E00-37FB-BA84-D45DD9915C4B}"/>
              </a:ext>
            </a:extLst>
          </p:cNvPr>
          <p:cNvSpPr/>
          <p:nvPr/>
        </p:nvSpPr>
        <p:spPr>
          <a:xfrm>
            <a:off x="6767949" y="3535843"/>
            <a:ext cx="90052" cy="9351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/>
          </a:p>
        </p:txBody>
      </p:sp>
      <p:sp>
        <p:nvSpPr>
          <p:cNvPr id="24" name="Csillag: 5 ágú 23">
            <a:extLst>
              <a:ext uri="{FF2B5EF4-FFF2-40B4-BE49-F238E27FC236}">
                <a16:creationId xmlns:a16="http://schemas.microsoft.com/office/drawing/2014/main" id="{6A70B36C-7FC0-F1C1-9772-0600C4DAC2B0}"/>
              </a:ext>
            </a:extLst>
          </p:cNvPr>
          <p:cNvSpPr/>
          <p:nvPr/>
        </p:nvSpPr>
        <p:spPr>
          <a:xfrm>
            <a:off x="8583752" y="3563558"/>
            <a:ext cx="96978" cy="93516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350"/>
          </a:p>
        </p:txBody>
      </p:sp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612AF1CC-DD4B-BF75-6F45-26D47B85F39D}"/>
              </a:ext>
            </a:extLst>
          </p:cNvPr>
          <p:cNvGrpSpPr/>
          <p:nvPr/>
        </p:nvGrpSpPr>
        <p:grpSpPr>
          <a:xfrm>
            <a:off x="-25969" y="2324804"/>
            <a:ext cx="6457250" cy="2439225"/>
            <a:chOff x="1162628" y="2056735"/>
            <a:chExt cx="8609666" cy="3252299"/>
          </a:xfrm>
        </p:grpSpPr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B6CC24E9-2194-E875-D192-8801B3D45A17}"/>
                </a:ext>
              </a:extLst>
            </p:cNvPr>
            <p:cNvSpPr txBox="1"/>
            <p:nvPr/>
          </p:nvSpPr>
          <p:spPr>
            <a:xfrm>
              <a:off x="3280287" y="4322610"/>
              <a:ext cx="1281104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350" dirty="0"/>
                <a:t>Q1 </a:t>
              </a:r>
            </a:p>
            <a:p>
              <a:pPr algn="ctr"/>
              <a:r>
                <a:rPr lang="hu-HU" sz="1350" dirty="0"/>
                <a:t>(</a:t>
              </a:r>
              <a:r>
                <a:rPr lang="hu-HU" sz="1350" dirty="0" err="1"/>
                <a:t>lower</a:t>
              </a:r>
              <a:r>
                <a:rPr lang="hu-HU" sz="1350" dirty="0"/>
                <a:t> </a:t>
              </a:r>
              <a:r>
                <a:rPr lang="hu-HU" sz="1350" dirty="0" err="1"/>
                <a:t>quartile</a:t>
              </a:r>
              <a:r>
                <a:rPr lang="hu-HU" sz="1350" dirty="0"/>
                <a:t>)</a:t>
              </a:r>
            </a:p>
          </p:txBody>
        </p:sp>
        <p:sp>
          <p:nvSpPr>
            <p:cNvPr id="15" name="Szövegdoboz 14">
              <a:extLst>
                <a:ext uri="{FF2B5EF4-FFF2-40B4-BE49-F238E27FC236}">
                  <a16:creationId xmlns:a16="http://schemas.microsoft.com/office/drawing/2014/main" id="{54DCA43C-3621-084F-325D-35ED7A7D8B22}"/>
                </a:ext>
              </a:extLst>
            </p:cNvPr>
            <p:cNvSpPr txBox="1"/>
            <p:nvPr/>
          </p:nvSpPr>
          <p:spPr>
            <a:xfrm>
              <a:off x="5627254" y="4354926"/>
              <a:ext cx="1570183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350" dirty="0"/>
                <a:t>Q3</a:t>
              </a:r>
            </a:p>
            <a:p>
              <a:pPr algn="ctr"/>
              <a:r>
                <a:rPr lang="hu-HU" sz="1350" dirty="0"/>
                <a:t>(</a:t>
              </a:r>
              <a:r>
                <a:rPr lang="hu-HU" sz="1350" dirty="0" err="1"/>
                <a:t>upper</a:t>
              </a:r>
              <a:r>
                <a:rPr lang="hu-HU" sz="1350" dirty="0"/>
                <a:t> </a:t>
              </a:r>
              <a:r>
                <a:rPr lang="hu-HU" sz="1350" dirty="0" err="1"/>
                <a:t>quartile</a:t>
              </a:r>
              <a:r>
                <a:rPr lang="hu-HU" sz="1350" dirty="0"/>
                <a:t>)</a:t>
              </a: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DBB9558A-10A3-306D-261C-AF81B6D52CDB}"/>
                </a:ext>
              </a:extLst>
            </p:cNvPr>
            <p:cNvSpPr txBox="1"/>
            <p:nvPr/>
          </p:nvSpPr>
          <p:spPr>
            <a:xfrm>
              <a:off x="4378036" y="4354926"/>
              <a:ext cx="157018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350" dirty="0"/>
                <a:t>Q2 = </a:t>
              </a:r>
              <a:r>
                <a:rPr lang="hu-HU" sz="1350" dirty="0" err="1"/>
                <a:t>Me</a:t>
              </a:r>
              <a:endParaRPr lang="hu-HU" sz="1350" dirty="0"/>
            </a:p>
            <a:p>
              <a:pPr algn="ctr"/>
              <a:r>
                <a:rPr lang="hu-HU" sz="1350" dirty="0"/>
                <a:t>(</a:t>
              </a:r>
              <a:r>
                <a:rPr lang="hu-HU" sz="1350" dirty="0" err="1"/>
                <a:t>median</a:t>
              </a:r>
              <a:r>
                <a:rPr lang="hu-HU" sz="1350" dirty="0"/>
                <a:t>)</a:t>
              </a:r>
            </a:p>
          </p:txBody>
        </p:sp>
        <p:sp>
          <p:nvSpPr>
            <p:cNvPr id="18" name="Szövegdoboz 17">
              <a:extLst>
                <a:ext uri="{FF2B5EF4-FFF2-40B4-BE49-F238E27FC236}">
                  <a16:creationId xmlns:a16="http://schemas.microsoft.com/office/drawing/2014/main" id="{A7B44771-C8B6-3E4C-911E-BFC0722020A4}"/>
                </a:ext>
              </a:extLst>
            </p:cNvPr>
            <p:cNvSpPr txBox="1"/>
            <p:nvPr/>
          </p:nvSpPr>
          <p:spPr>
            <a:xfrm>
              <a:off x="3033000" y="2056735"/>
              <a:ext cx="4260253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350" dirty="0"/>
                <a:t>IQR = </a:t>
              </a:r>
              <a:r>
                <a:rPr lang="hu-HU" sz="1350" dirty="0" err="1"/>
                <a:t>Interquartile</a:t>
              </a:r>
              <a:r>
                <a:rPr lang="hu-HU" sz="1350" dirty="0"/>
                <a:t> </a:t>
              </a:r>
              <a:r>
                <a:rPr lang="hu-HU" sz="1350" dirty="0" err="1"/>
                <a:t>range</a:t>
              </a:r>
              <a:r>
                <a:rPr lang="hu-HU" sz="1350" dirty="0"/>
                <a:t> (Q3-Q1)</a:t>
              </a:r>
            </a:p>
          </p:txBody>
        </p:sp>
        <p:sp>
          <p:nvSpPr>
            <p:cNvPr id="19" name="Szövegdoboz 18">
              <a:extLst>
                <a:ext uri="{FF2B5EF4-FFF2-40B4-BE49-F238E27FC236}">
                  <a16:creationId xmlns:a16="http://schemas.microsoft.com/office/drawing/2014/main" id="{02D169DB-9936-1CAF-FE2C-65A7BC80548F}"/>
                </a:ext>
              </a:extLst>
            </p:cNvPr>
            <p:cNvSpPr txBox="1"/>
            <p:nvPr/>
          </p:nvSpPr>
          <p:spPr>
            <a:xfrm>
              <a:off x="1162628" y="4290296"/>
              <a:ext cx="1570183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350" dirty="0"/>
                <a:t>„minimum”</a:t>
              </a:r>
            </a:p>
            <a:p>
              <a:pPr algn="ctr"/>
              <a:r>
                <a:rPr lang="hu-HU" sz="1350" dirty="0"/>
                <a:t>(Q1-1.5*IQR)</a:t>
              </a:r>
            </a:p>
          </p:txBody>
        </p:sp>
        <p:sp>
          <p:nvSpPr>
            <p:cNvPr id="20" name="Szövegdoboz 19">
              <a:extLst>
                <a:ext uri="{FF2B5EF4-FFF2-40B4-BE49-F238E27FC236}">
                  <a16:creationId xmlns:a16="http://schemas.microsoft.com/office/drawing/2014/main" id="{F32E47A6-CC14-F575-6163-3EE8CF4D015D}"/>
                </a:ext>
              </a:extLst>
            </p:cNvPr>
            <p:cNvSpPr txBox="1"/>
            <p:nvPr/>
          </p:nvSpPr>
          <p:spPr>
            <a:xfrm>
              <a:off x="7776798" y="4227948"/>
              <a:ext cx="1995496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350" dirty="0"/>
                <a:t>„maximum”</a:t>
              </a:r>
            </a:p>
            <a:p>
              <a:pPr algn="ctr"/>
              <a:r>
                <a:rPr lang="hu-HU" sz="1350" dirty="0"/>
                <a:t>(Q3+1.5*IQR)</a:t>
              </a:r>
            </a:p>
          </p:txBody>
        </p:sp>
        <p:sp>
          <p:nvSpPr>
            <p:cNvPr id="32" name="Jobb oldali kapcsos zárójel 31">
              <a:extLst>
                <a:ext uri="{FF2B5EF4-FFF2-40B4-BE49-F238E27FC236}">
                  <a16:creationId xmlns:a16="http://schemas.microsoft.com/office/drawing/2014/main" id="{B9799F08-E75A-74BF-EA4C-C14D9F1F12EA}"/>
                </a:ext>
              </a:extLst>
            </p:cNvPr>
            <p:cNvSpPr/>
            <p:nvPr/>
          </p:nvSpPr>
          <p:spPr>
            <a:xfrm rot="16200000">
              <a:off x="4886041" y="1399310"/>
              <a:ext cx="554177" cy="2484582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sz="1350"/>
            </a:p>
          </p:txBody>
        </p:sp>
        <p:sp>
          <p:nvSpPr>
            <p:cNvPr id="33" name="Téglalap 32">
              <a:extLst>
                <a:ext uri="{FF2B5EF4-FFF2-40B4-BE49-F238E27FC236}">
                  <a16:creationId xmlns:a16="http://schemas.microsoft.com/office/drawing/2014/main" id="{2D51E97F-8DEF-2D9A-4523-11EBF595D010}"/>
                </a:ext>
              </a:extLst>
            </p:cNvPr>
            <p:cNvSpPr/>
            <p:nvPr/>
          </p:nvSpPr>
          <p:spPr>
            <a:xfrm>
              <a:off x="3927765" y="3126516"/>
              <a:ext cx="2484580" cy="116378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u-HU" sz="1350"/>
            </a:p>
          </p:txBody>
        </p:sp>
        <p:cxnSp>
          <p:nvCxnSpPr>
            <p:cNvPr id="34" name="Egyenes összekötő 33">
              <a:extLst>
                <a:ext uri="{FF2B5EF4-FFF2-40B4-BE49-F238E27FC236}">
                  <a16:creationId xmlns:a16="http://schemas.microsoft.com/office/drawing/2014/main" id="{ED9C44FE-DE95-43BE-45EC-FBC8C56D44A9}"/>
                </a:ext>
              </a:extLst>
            </p:cNvPr>
            <p:cNvCxnSpPr/>
            <p:nvPr/>
          </p:nvCxnSpPr>
          <p:spPr>
            <a:xfrm>
              <a:off x="1551710" y="3726869"/>
              <a:ext cx="722283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Egyenes összekötő 34">
              <a:extLst>
                <a:ext uri="{FF2B5EF4-FFF2-40B4-BE49-F238E27FC236}">
                  <a16:creationId xmlns:a16="http://schemas.microsoft.com/office/drawing/2014/main" id="{3B277472-251B-E091-9F35-8A61896DDE30}"/>
                </a:ext>
              </a:extLst>
            </p:cNvPr>
            <p:cNvCxnSpPr>
              <a:cxnSpLocks/>
            </p:cNvCxnSpPr>
            <p:nvPr/>
          </p:nvCxnSpPr>
          <p:spPr>
            <a:xfrm>
              <a:off x="1551710" y="3416298"/>
              <a:ext cx="0" cy="6349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Egyenes összekötő 11">
            <a:extLst>
              <a:ext uri="{FF2B5EF4-FFF2-40B4-BE49-F238E27FC236}">
                <a16:creationId xmlns:a16="http://schemas.microsoft.com/office/drawing/2014/main" id="{85945674-F116-6E46-6211-7B0DE88DEE5C}"/>
              </a:ext>
            </a:extLst>
          </p:cNvPr>
          <p:cNvCxnSpPr>
            <a:cxnSpLocks/>
          </p:cNvCxnSpPr>
          <p:nvPr/>
        </p:nvCxnSpPr>
        <p:spPr>
          <a:xfrm>
            <a:off x="2974405" y="3127140"/>
            <a:ext cx="0" cy="872835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Egyenes összekötő 39">
            <a:extLst>
              <a:ext uri="{FF2B5EF4-FFF2-40B4-BE49-F238E27FC236}">
                <a16:creationId xmlns:a16="http://schemas.microsoft.com/office/drawing/2014/main" id="{C657609B-2802-58B1-3CC3-90D77BC501E7}"/>
              </a:ext>
            </a:extLst>
          </p:cNvPr>
          <p:cNvCxnSpPr/>
          <p:nvPr/>
        </p:nvCxnSpPr>
        <p:spPr>
          <a:xfrm>
            <a:off x="5696822" y="3328553"/>
            <a:ext cx="0" cy="4987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gyenes összekötő 41">
            <a:extLst>
              <a:ext uri="{FF2B5EF4-FFF2-40B4-BE49-F238E27FC236}">
                <a16:creationId xmlns:a16="http://schemas.microsoft.com/office/drawing/2014/main" id="{53C28D72-E53B-CDCB-56E1-EBFC5F64B276}"/>
              </a:ext>
            </a:extLst>
          </p:cNvPr>
          <p:cNvCxnSpPr>
            <a:cxnSpLocks/>
          </p:cNvCxnSpPr>
          <p:nvPr/>
        </p:nvCxnSpPr>
        <p:spPr>
          <a:xfrm>
            <a:off x="5727123" y="3582601"/>
            <a:ext cx="17855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Egyenes összekötő 43">
            <a:extLst>
              <a:ext uri="{FF2B5EF4-FFF2-40B4-BE49-F238E27FC236}">
                <a16:creationId xmlns:a16="http://schemas.microsoft.com/office/drawing/2014/main" id="{FFD0EC5E-7C13-3F9E-B0E2-CB0E6C0D9D39}"/>
              </a:ext>
            </a:extLst>
          </p:cNvPr>
          <p:cNvCxnSpPr/>
          <p:nvPr/>
        </p:nvCxnSpPr>
        <p:spPr>
          <a:xfrm>
            <a:off x="7511768" y="3344476"/>
            <a:ext cx="0" cy="4987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gyenes összekötő 44">
            <a:extLst>
              <a:ext uri="{FF2B5EF4-FFF2-40B4-BE49-F238E27FC236}">
                <a16:creationId xmlns:a16="http://schemas.microsoft.com/office/drawing/2014/main" id="{5E2478E3-21D1-3E41-30E1-F906BFDA69B2}"/>
              </a:ext>
            </a:extLst>
          </p:cNvPr>
          <p:cNvCxnSpPr>
            <a:cxnSpLocks/>
          </p:cNvCxnSpPr>
          <p:nvPr/>
        </p:nvCxnSpPr>
        <p:spPr>
          <a:xfrm>
            <a:off x="7469317" y="3593858"/>
            <a:ext cx="16261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Szövegdoboz 48">
                <a:extLst>
                  <a:ext uri="{FF2B5EF4-FFF2-40B4-BE49-F238E27FC236}">
                    <a16:creationId xmlns:a16="http://schemas.microsoft.com/office/drawing/2014/main" id="{EDF0D8E9-A5DB-1D49-0D6A-AADC1B7B76C7}"/>
                  </a:ext>
                </a:extLst>
              </p:cNvPr>
              <p:cNvSpPr txBox="1"/>
              <p:nvPr/>
            </p:nvSpPr>
            <p:spPr>
              <a:xfrm>
                <a:off x="1988128" y="4698577"/>
                <a:ext cx="472440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1350" dirty="0" err="1"/>
                  <a:t>Outlier</a:t>
                </a:r>
                <a:r>
                  <a:rPr lang="hu-HU" sz="135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135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hu-HU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sz="135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1 −1.5⋅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𝐼𝑄𝑅</m:t>
                    </m:r>
                  </m:oMath>
                </a14:m>
                <a:r>
                  <a:rPr lang="hu-HU" sz="135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135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hu-HU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sz="13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3+1.5⋅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𝐼𝑄𝑅</m:t>
                    </m:r>
                  </m:oMath>
                </a14:m>
                <a:r>
                  <a:rPr lang="hu-HU" sz="1350" dirty="0"/>
                  <a:t> </a:t>
                </a:r>
              </a:p>
            </p:txBody>
          </p:sp>
        </mc:Choice>
        <mc:Fallback>
          <p:sp>
            <p:nvSpPr>
              <p:cNvPr id="49" name="Szövegdoboz 48">
                <a:extLst>
                  <a:ext uri="{FF2B5EF4-FFF2-40B4-BE49-F238E27FC236}">
                    <a16:creationId xmlns:a16="http://schemas.microsoft.com/office/drawing/2014/main" id="{EDF0D8E9-A5DB-1D49-0D6A-AADC1B7B7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128" y="4698577"/>
                <a:ext cx="4724400" cy="300082"/>
              </a:xfrm>
              <a:prstGeom prst="rect">
                <a:avLst/>
              </a:prstGeom>
              <a:blipFill>
                <a:blip r:embed="rId2"/>
                <a:stretch>
                  <a:fillRect l="-258" t="-6122" b="-1836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Szövegdoboz 49">
                <a:extLst>
                  <a:ext uri="{FF2B5EF4-FFF2-40B4-BE49-F238E27FC236}">
                    <a16:creationId xmlns:a16="http://schemas.microsoft.com/office/drawing/2014/main" id="{F9143157-825B-D519-22DB-CA3537104ED5}"/>
                  </a:ext>
                </a:extLst>
              </p:cNvPr>
              <p:cNvSpPr txBox="1"/>
              <p:nvPr/>
            </p:nvSpPr>
            <p:spPr>
              <a:xfrm>
                <a:off x="1988128" y="4948993"/>
                <a:ext cx="4724400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1350" dirty="0" err="1"/>
                  <a:t>Extreme</a:t>
                </a:r>
                <a:r>
                  <a:rPr lang="hu-HU" sz="1350" dirty="0"/>
                  <a:t> </a:t>
                </a:r>
                <a:r>
                  <a:rPr lang="hu-HU" sz="1350" dirty="0" err="1"/>
                  <a:t>values</a:t>
                </a:r>
                <a:r>
                  <a:rPr lang="hu-HU" sz="1350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135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hu-HU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sz="135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1 −3⋅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𝐼𝑄𝑅</m:t>
                    </m:r>
                  </m:oMath>
                </a14:m>
                <a:r>
                  <a:rPr lang="hu-HU" sz="135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u-HU" sz="13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u-HU" sz="135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hu-HU" sz="135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u-HU" sz="135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3+3⋅</m:t>
                    </m:r>
                    <m:r>
                      <a:rPr lang="hu-HU" sz="1350" i="1">
                        <a:latin typeface="Cambria Math" panose="02040503050406030204" pitchFamily="18" charset="0"/>
                      </a:rPr>
                      <m:t>𝐼𝑄𝑅</m:t>
                    </m:r>
                  </m:oMath>
                </a14:m>
                <a:r>
                  <a:rPr lang="hu-HU" sz="1350" dirty="0"/>
                  <a:t> </a:t>
                </a:r>
              </a:p>
            </p:txBody>
          </p:sp>
        </mc:Choice>
        <mc:Fallback>
          <p:sp>
            <p:nvSpPr>
              <p:cNvPr id="50" name="Szövegdoboz 49">
                <a:extLst>
                  <a:ext uri="{FF2B5EF4-FFF2-40B4-BE49-F238E27FC236}">
                    <a16:creationId xmlns:a16="http://schemas.microsoft.com/office/drawing/2014/main" id="{F9143157-825B-D519-22DB-CA3537104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128" y="4948993"/>
                <a:ext cx="4724400" cy="300082"/>
              </a:xfrm>
              <a:prstGeom prst="rect">
                <a:avLst/>
              </a:prstGeom>
              <a:blipFill>
                <a:blip r:embed="rId3"/>
                <a:stretch>
                  <a:fillRect l="-258" t="-6122" b="-18367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76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16.1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(M1)</a:t>
            </a:r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 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2"/>
            <a:ext cx="7543801" cy="2298429"/>
          </a:xfrm>
        </p:spPr>
        <p:txBody>
          <a:bodyPr>
            <a:noAutofit/>
          </a:bodyPr>
          <a:lstStyle/>
          <a:p>
            <a:r>
              <a:rPr lang="en-US" dirty="0"/>
              <a:t>Drink it tea is sold in cartons of tea bags. The weight, in grams, of the content of each carton in any batch is supposed to be 200. A quality controller had bought five cartons and weighted their contents. The results, in grams, are the following:</a:t>
            </a:r>
          </a:p>
          <a:p>
            <a:pPr algn="ctr"/>
            <a:r>
              <a:rPr lang="hu-HU" sz="1800" b="0" i="0" u="none" strike="noStrike" baseline="0" dirty="0">
                <a:latin typeface="CMR12"/>
              </a:rPr>
              <a:t>196</a:t>
            </a:r>
            <a:r>
              <a:rPr lang="en-GB" sz="1800" b="0" i="0" u="none" strike="noStrike" baseline="0" dirty="0">
                <a:latin typeface="CMMI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202</a:t>
            </a:r>
            <a:r>
              <a:rPr lang="en-GB" sz="1800" b="0" i="0" u="none" strike="noStrike" baseline="0" dirty="0">
                <a:latin typeface="CMR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198</a:t>
            </a:r>
            <a:r>
              <a:rPr lang="en-GB" sz="1800" b="0" i="0" u="none" strike="noStrike" baseline="0" dirty="0">
                <a:latin typeface="CMR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197</a:t>
            </a:r>
            <a:r>
              <a:rPr lang="en-GB" sz="1800" b="0" i="0" u="none" strike="noStrike" baseline="0" dirty="0">
                <a:latin typeface="CMR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190</a:t>
            </a:r>
            <a:r>
              <a:rPr lang="en-GB" sz="1800" b="0" i="0" u="none" strike="noStrike" baseline="0" dirty="0">
                <a:latin typeface="CMR12"/>
              </a:rPr>
              <a:t>.</a:t>
            </a:r>
            <a:endParaRPr lang="hu-HU" sz="1800" b="0" i="0" u="none" strike="noStrike" baseline="0" dirty="0">
              <a:latin typeface="CMMI12"/>
            </a:endParaRPr>
          </a:p>
          <a:p>
            <a:pPr algn="l"/>
            <a:r>
              <a:rPr lang="en-US" sz="1800" b="0" i="0" u="none" strike="noStrike" baseline="0" dirty="0">
                <a:latin typeface="CMR12"/>
              </a:rPr>
              <a:t>Find the mean and the variance of the sample and plot the empirical cumulative </a:t>
            </a:r>
            <a:r>
              <a:rPr lang="hu-HU" sz="1800" b="0" i="0" u="none" strike="noStrike" baseline="0" dirty="0" err="1">
                <a:latin typeface="CMR12"/>
              </a:rPr>
              <a:t>distribution</a:t>
            </a:r>
            <a:r>
              <a:rPr lang="hu-HU" sz="1800" b="0" i="0" u="none" strike="noStrike" baseline="0" dirty="0">
                <a:latin typeface="CMR12"/>
              </a:rPr>
              <a:t> </a:t>
            </a:r>
            <a:r>
              <a:rPr lang="hu-HU" sz="1800" b="0" i="0" u="none" strike="noStrike" baseline="0" dirty="0" err="1">
                <a:latin typeface="CMR12"/>
              </a:rPr>
              <a:t>function</a:t>
            </a:r>
            <a:r>
              <a:rPr lang="hu-HU" sz="1800" b="0" i="0" u="none" strike="noStrike" baseline="0" dirty="0">
                <a:latin typeface="CMR12"/>
              </a:rPr>
              <a:t>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50187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16.1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(M1)</a:t>
            </a:r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 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60" y="1870900"/>
            <a:ext cx="8321040" cy="4987100"/>
          </a:xfrm>
        </p:spPr>
        <p:txBody>
          <a:bodyPr>
            <a:noAutofit/>
          </a:bodyPr>
          <a:lstStyle/>
          <a:p>
            <a:r>
              <a:rPr lang="hu-HU" dirty="0" err="1"/>
              <a:t>data</a:t>
            </a:r>
            <a:r>
              <a:rPr lang="hu-HU" dirty="0"/>
              <a:t>=[196, 202, 198, 197, 190];</a:t>
            </a:r>
          </a:p>
          <a:p>
            <a:r>
              <a:rPr lang="hu-HU" dirty="0" err="1"/>
              <a:t>mean</a:t>
            </a:r>
            <a:r>
              <a:rPr lang="hu-HU" dirty="0"/>
              <a:t>(</a:t>
            </a:r>
            <a:r>
              <a:rPr lang="hu-HU" dirty="0" err="1"/>
              <a:t>data</a:t>
            </a:r>
            <a:r>
              <a:rPr lang="hu-HU" dirty="0"/>
              <a:t>)</a:t>
            </a:r>
          </a:p>
          <a:p>
            <a:r>
              <a:rPr lang="hu-HU" dirty="0"/>
              <a:t>var(</a:t>
            </a:r>
            <a:r>
              <a:rPr lang="hu-HU" dirty="0" err="1"/>
              <a:t>data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386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16.1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(M1)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870900"/>
            <a:ext cx="9144000" cy="4987100"/>
          </a:xfrm>
        </p:spPr>
        <p:txBody>
          <a:bodyPr>
            <a:noAutofit/>
          </a:bodyPr>
          <a:lstStyle/>
          <a:p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=[196, 202, 198, 197, 190];</a:t>
            </a:r>
          </a:p>
          <a:p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=sort(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min_x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=2*min(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)-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mean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GB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max_x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=2*max(data)-mean(data);</a:t>
            </a:r>
          </a:p>
          <a:p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axis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min_x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-0.1 1.1]) </a:t>
            </a:r>
          </a:p>
          <a:p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hu-HU" sz="18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endParaRPr lang="hu-HU" sz="1800" b="0" i="0" u="none" strike="noStrike" baseline="0" dirty="0">
              <a:solidFill>
                <a:srgbClr val="A020F0"/>
              </a:solidFill>
              <a:latin typeface="Courier New" panose="02070309020205020404" pitchFamily="49" charset="0"/>
            </a:endParaRPr>
          </a:p>
          <a:p>
            <a:r>
              <a:rPr lang="nb-NO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plot(min_x:0.1:min(data), zeros(length(min_x:0.1:min(data))),</a:t>
            </a:r>
            <a:r>
              <a:rPr lang="nb-NO" sz="18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nb-NO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hu-HU" sz="1800" b="0" i="0" u="none" strike="noStrike" baseline="0" dirty="0" err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i=1:(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length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)-1)</a:t>
            </a:r>
          </a:p>
          <a:p>
            <a:r>
              <a:rPr lang="nn-NO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plot((data(i):0.1:data(i+1)), i/length(data)*ones(length(data(i):0.1:data(i+1))),</a:t>
            </a:r>
            <a:r>
              <a:rPr lang="nn-NO" sz="18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nn-NO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hu-HU" sz="18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plot(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):0.1:max_x, 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ones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length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:-0.1:max(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))),</a:t>
            </a:r>
            <a:r>
              <a:rPr lang="hu-HU" sz="18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74375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16.1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(M1) (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Save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this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code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in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a script,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named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hu-HU" dirty="0"/>
              <a:t>ecdf2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 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870900"/>
            <a:ext cx="9144000" cy="4987100"/>
          </a:xfrm>
        </p:spPr>
        <p:txBody>
          <a:bodyPr>
            <a:noAutofit/>
          </a:bodyPr>
          <a:lstStyle/>
          <a:p>
            <a:r>
              <a:rPr lang="hu-HU" sz="1800" b="0" i="0" u="none" strike="noStrike" baseline="0" dirty="0" err="1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eloszfv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ecdf2(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=sort(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min_x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=2*min(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)-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mean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max_x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=2*max(data)-mean(data);</a:t>
            </a:r>
          </a:p>
          <a:p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axis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min_x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-0.1 1.1])</a:t>
            </a:r>
          </a:p>
          <a:p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hu-HU" sz="1800" b="0" i="0" u="none" strike="noStrike" baseline="0" dirty="0" err="1">
                <a:solidFill>
                  <a:srgbClr val="AA04F9"/>
                </a:solidFill>
                <a:latin typeface="Courier New" panose="02070309020205020404" pitchFamily="49" charset="0"/>
              </a:rPr>
              <a:t>on</a:t>
            </a:r>
            <a:endParaRPr lang="hu-HU" sz="1800" b="0" i="0" u="none" strike="noStrike" baseline="0" dirty="0">
              <a:solidFill>
                <a:srgbClr val="AA04F9"/>
              </a:solidFill>
              <a:latin typeface="Courier New" panose="02070309020205020404" pitchFamily="49" charset="0"/>
            </a:endParaRPr>
          </a:p>
          <a:p>
            <a:r>
              <a:rPr lang="nb-NO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plot(min_x:0.1:min(data),zeros(length(min_x:0.1:min(data))),</a:t>
            </a:r>
            <a:r>
              <a:rPr lang="nb-NO" sz="18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'b'</a:t>
            </a:r>
            <a:r>
              <a:rPr lang="nb-NO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hu-HU" sz="1800" b="0" i="0" u="none" strike="noStrike" baseline="0" dirty="0" err="1">
                <a:solidFill>
                  <a:srgbClr val="0E00FF"/>
                </a:solidFill>
                <a:latin typeface="Courier New" panose="02070309020205020404" pitchFamily="49" charset="0"/>
              </a:rPr>
              <a:t>for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i=1:(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length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)-1)</a:t>
            </a:r>
            <a:r>
              <a:rPr lang="nn-NO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plot((data(i):0.1:data(i+1)),</a:t>
            </a:r>
            <a:b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nn-NO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i/length(data)*ones(length(data(i):0.1:data(i+1))),</a:t>
            </a:r>
            <a:r>
              <a:rPr lang="nn-NO" sz="18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'b'</a:t>
            </a:r>
            <a:r>
              <a:rPr lang="nn-NO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hu-HU" sz="18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  <a:p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plot(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):0.1:max_x, 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ones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length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max_x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:-0.1:max(</a:t>
            </a:r>
            <a:r>
              <a:rPr lang="hu-HU" sz="18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))),</a:t>
            </a:r>
            <a:r>
              <a:rPr lang="hu-HU" sz="18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'b'</a:t>
            </a:r>
            <a:r>
              <a:rPr lang="hu-HU" sz="18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hu-HU" sz="18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654483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16.1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(M1) (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Save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this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code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in a script, </a:t>
            </a:r>
            <a:r>
              <a:rPr lang="hu-HU" dirty="0" err="1">
                <a:solidFill>
                  <a:schemeClr val="tx1"/>
                </a:solidFill>
                <a:cs typeface="Arial" panose="020B0604020202020204" pitchFamily="34" charset="0"/>
              </a:rPr>
              <a:t>named</a:t>
            </a:r>
            <a:r>
              <a:rPr lang="hu-HU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hu-HU"/>
              <a:t>ecdf21</a:t>
            </a:r>
            <a:r>
              <a:rPr lang="hu-HU">
                <a:solidFill>
                  <a:schemeClr val="tx1"/>
                </a:solidFill>
                <a:cs typeface="Arial" panose="020B0604020202020204" pitchFamily="34" charset="0"/>
              </a:rPr>
              <a:t>)</a:t>
            </a:r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 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737361"/>
            <a:ext cx="9144000" cy="49871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 err="1">
                <a:solidFill>
                  <a:srgbClr val="0E00FF"/>
                </a:solidFill>
                <a:latin typeface="Courier New" panose="02070309020205020404" pitchFamily="49" charset="0"/>
              </a:rPr>
              <a:t>function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elfv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ecdf21(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unique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data1=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 err="1">
                <a:solidFill>
                  <a:srgbClr val="0E00FF"/>
                </a:solidFill>
                <a:latin typeface="Courier New" panose="02070309020205020404" pitchFamily="49" charset="0"/>
              </a:rPr>
              <a:t>for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i=1:length(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data1(2,i)=sum(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==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(i));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=data1;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min_x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=2*min(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(1,:))-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mean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(1,:));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max_x</a:t>
            </a:r>
            <a:r>
              <a:rPr lang="en-US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=2*max(data(1,:))-mean(data(1,:));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axis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([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min_x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max_x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-0.1 1.1])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hu-HU" sz="1500" b="0" i="0" u="none" strike="noStrike" baseline="0" dirty="0" err="1">
                <a:solidFill>
                  <a:srgbClr val="AA04F9"/>
                </a:solidFill>
                <a:latin typeface="Courier New" panose="02070309020205020404" pitchFamily="49" charset="0"/>
              </a:rPr>
              <a:t>on</a:t>
            </a:r>
            <a:endParaRPr lang="hu-HU" sz="1500" b="0" i="0" u="none" strike="noStrike" baseline="0" dirty="0">
              <a:solidFill>
                <a:srgbClr val="AA04F9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plot(min_x:0.01:min(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(1,:)),</a:t>
            </a:r>
            <a:b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zeros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length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(min_x:0.01:min(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(1,:)))),</a:t>
            </a:r>
            <a:r>
              <a:rPr lang="hu-HU" sz="15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'b'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hu-HU" sz="15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'LineWidth'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,2)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 err="1">
                <a:solidFill>
                  <a:srgbClr val="0E00FF"/>
                </a:solidFill>
                <a:latin typeface="Courier New" panose="02070309020205020404" pitchFamily="49" charset="0"/>
              </a:rPr>
              <a:t>for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i=1:(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size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(data,2)-1)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nn-NO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</a:t>
            </a:r>
            <a:r>
              <a:rPr lang="nn-NO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lot((data(1,i):0.01:data(1,(i+1))),sum(data(2,1:i)/sum(data(2,:)))*ones(length(data(1,i):0.01:data(1,(i+1)))),</a:t>
            </a:r>
            <a:r>
              <a:rPr lang="nn-NO" sz="15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'b'</a:t>
            </a:r>
            <a:r>
              <a:rPr lang="nn-NO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nn-NO" sz="15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'LineWidth'</a:t>
            </a:r>
            <a:r>
              <a:rPr lang="nn-NO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,2)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plot(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(1,:)):0.01:max_x, 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ones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length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max_x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:-0.01:max(</a:t>
            </a:r>
            <a:r>
              <a:rPr lang="hu-HU" sz="15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(1,:)))),</a:t>
            </a:r>
            <a:r>
              <a:rPr lang="hu-HU" sz="15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'b'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hu-HU" sz="1500" b="0" i="0" u="none" strike="noStrike" baseline="0" dirty="0">
                <a:solidFill>
                  <a:srgbClr val="AA04F9"/>
                </a:solidFill>
                <a:latin typeface="Courier New" panose="02070309020205020404" pitchFamily="49" charset="0"/>
              </a:rPr>
              <a:t>'LineWidth'</a:t>
            </a:r>
            <a:r>
              <a:rPr lang="hu-HU" sz="15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,2)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sz="1500" b="0" i="0" u="none" strike="noStrike" baseline="0" dirty="0">
                <a:solidFill>
                  <a:srgbClr val="0E00FF"/>
                </a:solidFill>
                <a:latin typeface="Courier New" panose="02070309020205020404" pitchFamily="49" charset="0"/>
              </a:rPr>
              <a:t>end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hu-HU" sz="1500" b="0" i="0" u="none" strike="noStrike" baseline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3190537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16.2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(M2)</a:t>
            </a:r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 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2484220"/>
          </a:xfrm>
        </p:spPr>
        <p:txBody>
          <a:bodyPr>
            <a:noAutofit/>
          </a:bodyPr>
          <a:lstStyle/>
          <a:p>
            <a:pPr algn="l"/>
            <a:r>
              <a:rPr lang="en-US" sz="1800" b="0" i="0" u="none" strike="noStrike" baseline="0" dirty="0">
                <a:latin typeface="CMR12"/>
              </a:rPr>
              <a:t>The following 8 numbers were generated by a random number generator generating uniform random numbers on the (0</a:t>
            </a:r>
            <a:r>
              <a:rPr lang="en-US" sz="1800" b="0" i="0" u="none" strike="noStrike" baseline="0" dirty="0">
                <a:latin typeface="CMMI12"/>
              </a:rPr>
              <a:t>; </a:t>
            </a:r>
            <a:r>
              <a:rPr lang="en-US" sz="1800" b="0" i="0" u="none" strike="noStrike" baseline="0" dirty="0">
                <a:latin typeface="CMR12"/>
              </a:rPr>
              <a:t>1) interval.</a:t>
            </a:r>
          </a:p>
          <a:p>
            <a:pPr algn="ctr"/>
            <a:r>
              <a:rPr lang="hu-HU" sz="1800" b="0" i="0" u="none" strike="noStrike" baseline="0" dirty="0">
                <a:latin typeface="CMR12"/>
              </a:rPr>
              <a:t>0</a:t>
            </a:r>
            <a:r>
              <a:rPr lang="en-GB" sz="1800" b="0" i="0" u="none" strike="noStrike" baseline="0" dirty="0">
                <a:latin typeface="CMMI12"/>
              </a:rPr>
              <a:t>.</a:t>
            </a:r>
            <a:r>
              <a:rPr lang="hu-HU" sz="1800" b="0" i="0" u="none" strike="noStrike" baseline="0" dirty="0">
                <a:latin typeface="CMR12"/>
              </a:rPr>
              <a:t>18</a:t>
            </a:r>
            <a:r>
              <a:rPr lang="en-GB" sz="1800" b="0" i="0" u="none" strike="noStrike" baseline="0" dirty="0">
                <a:latin typeface="CMMI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0</a:t>
            </a:r>
            <a:r>
              <a:rPr lang="en-GB" sz="1800" b="0" i="0" u="none" strike="noStrike" baseline="0" dirty="0">
                <a:latin typeface="CMMI12"/>
              </a:rPr>
              <a:t>.</a:t>
            </a:r>
            <a:r>
              <a:rPr lang="hu-HU" sz="1800" b="0" i="0" u="none" strike="noStrike" baseline="0" dirty="0">
                <a:latin typeface="CMR12"/>
              </a:rPr>
              <a:t>57</a:t>
            </a:r>
            <a:r>
              <a:rPr lang="en-GB" sz="1800" b="0" i="0" u="none" strike="noStrike" baseline="0" dirty="0">
                <a:latin typeface="CMMI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0</a:t>
            </a:r>
            <a:r>
              <a:rPr lang="en-GB" sz="1800" b="0" i="0" u="none" strike="noStrike" baseline="0" dirty="0">
                <a:latin typeface="CMMI12"/>
              </a:rPr>
              <a:t>.</a:t>
            </a:r>
            <a:r>
              <a:rPr lang="hu-HU" sz="1800" b="0" i="0" u="none" strike="noStrike" baseline="0" dirty="0">
                <a:latin typeface="CMR12"/>
              </a:rPr>
              <a:t>82</a:t>
            </a:r>
            <a:r>
              <a:rPr lang="en-GB" sz="1800" b="0" i="0" u="none" strike="noStrike" baseline="0" dirty="0">
                <a:latin typeface="CMMI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0</a:t>
            </a:r>
            <a:r>
              <a:rPr lang="en-GB" sz="1800" b="0" i="0" u="none" strike="noStrike" baseline="0" dirty="0">
                <a:latin typeface="CMMI12"/>
              </a:rPr>
              <a:t>.</a:t>
            </a:r>
            <a:r>
              <a:rPr lang="hu-HU" sz="1800" b="0" i="0" u="none" strike="noStrike" baseline="0" dirty="0">
                <a:latin typeface="CMR12"/>
              </a:rPr>
              <a:t>55</a:t>
            </a:r>
            <a:r>
              <a:rPr lang="en-GB" sz="1800" b="0" i="0" u="none" strike="noStrike" baseline="0" dirty="0">
                <a:latin typeface="CMMI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0</a:t>
            </a:r>
            <a:r>
              <a:rPr lang="en-GB" sz="1800" b="0" i="0" u="none" strike="noStrike" baseline="0" dirty="0">
                <a:latin typeface="CMMI12"/>
              </a:rPr>
              <a:t>.</a:t>
            </a:r>
            <a:r>
              <a:rPr lang="hu-HU" sz="1800" b="0" i="0" u="none" strike="noStrike" baseline="0" dirty="0">
                <a:latin typeface="CMR12"/>
              </a:rPr>
              <a:t>63</a:t>
            </a:r>
            <a:r>
              <a:rPr lang="en-GB" sz="1800" b="0" i="0" u="none" strike="noStrike" baseline="0" dirty="0">
                <a:latin typeface="CMMI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0</a:t>
            </a:r>
            <a:r>
              <a:rPr lang="en-GB" sz="1800" b="0" i="0" u="none" strike="noStrike" baseline="0" dirty="0">
                <a:latin typeface="CMMI12"/>
              </a:rPr>
              <a:t>.</a:t>
            </a:r>
            <a:r>
              <a:rPr lang="hu-HU" sz="1800" b="0" i="0" u="none" strike="noStrike" baseline="0" dirty="0">
                <a:latin typeface="CMR12"/>
              </a:rPr>
              <a:t>12</a:t>
            </a:r>
            <a:r>
              <a:rPr lang="en-GB" sz="1800" b="0" i="0" u="none" strike="noStrike" baseline="0" dirty="0">
                <a:latin typeface="CMMI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0</a:t>
            </a:r>
            <a:r>
              <a:rPr lang="en-GB" sz="1800" b="0" i="0" u="none" strike="noStrike" baseline="0" dirty="0">
                <a:latin typeface="CMMI12"/>
              </a:rPr>
              <a:t>.</a:t>
            </a:r>
            <a:r>
              <a:rPr lang="hu-HU" sz="1800" b="0" i="0" u="none" strike="noStrike" baseline="0" dirty="0">
                <a:latin typeface="CMR12"/>
              </a:rPr>
              <a:t>91</a:t>
            </a:r>
            <a:r>
              <a:rPr lang="en-GB" sz="1800" b="0" i="0" u="none" strike="noStrike" baseline="0" dirty="0">
                <a:latin typeface="CMR12"/>
              </a:rPr>
              <a:t>,</a:t>
            </a:r>
            <a:r>
              <a:rPr lang="hu-HU" sz="1800" b="0" i="0" u="none" strike="noStrike" baseline="0" dirty="0">
                <a:latin typeface="CMMI12"/>
              </a:rPr>
              <a:t> </a:t>
            </a:r>
            <a:r>
              <a:rPr lang="hu-HU" sz="1800" b="0" i="0" u="none" strike="noStrike" baseline="0" dirty="0">
                <a:latin typeface="CMR12"/>
              </a:rPr>
              <a:t>0</a:t>
            </a:r>
            <a:r>
              <a:rPr lang="en-GB" sz="1800" dirty="0">
                <a:latin typeface="CMMI12"/>
              </a:rPr>
              <a:t>.</a:t>
            </a:r>
            <a:r>
              <a:rPr lang="hu-HU" sz="1800" b="0" i="0" u="none" strike="noStrike" baseline="0" dirty="0">
                <a:latin typeface="CMR12"/>
              </a:rPr>
              <a:t>31</a:t>
            </a:r>
            <a:r>
              <a:rPr lang="en-GB" sz="1800" dirty="0">
                <a:latin typeface="CMMI12"/>
              </a:rPr>
              <a:t>.</a:t>
            </a:r>
            <a:endParaRPr lang="hu-HU" sz="1800" b="0" i="0" u="none" strike="noStrike" baseline="0" dirty="0">
              <a:latin typeface="CMMI12"/>
            </a:endParaRPr>
          </a:p>
          <a:p>
            <a:pPr algn="l"/>
            <a:r>
              <a:rPr lang="en-US" sz="1800" b="0" i="0" u="none" strike="noStrike" baseline="0" dirty="0">
                <a:latin typeface="CMR12"/>
              </a:rPr>
              <a:t>Find the mean and the variance of the sample and plot both the empirical and the </a:t>
            </a:r>
            <a:r>
              <a:rPr lang="hu-HU" sz="1800" b="0" i="0" u="none" strike="noStrike" baseline="0" dirty="0" err="1">
                <a:latin typeface="CMR12"/>
              </a:rPr>
              <a:t>true</a:t>
            </a:r>
            <a:r>
              <a:rPr lang="hu-HU" sz="1800" b="0" i="0" u="none" strike="noStrike" baseline="0" dirty="0">
                <a:latin typeface="CMR12"/>
              </a:rPr>
              <a:t> </a:t>
            </a:r>
            <a:r>
              <a:rPr lang="hu-HU" sz="1800" b="0" i="0" u="none" strike="noStrike" baseline="0" dirty="0" err="1">
                <a:latin typeface="CMR12"/>
              </a:rPr>
              <a:t>cumulative</a:t>
            </a:r>
            <a:r>
              <a:rPr lang="hu-HU" sz="1800" b="0" i="0" u="none" strike="noStrike" baseline="0" dirty="0">
                <a:latin typeface="CMR12"/>
              </a:rPr>
              <a:t> </a:t>
            </a:r>
            <a:r>
              <a:rPr lang="hu-HU" sz="1800" b="0" i="0" u="none" strike="noStrike" baseline="0" dirty="0" err="1">
                <a:latin typeface="CMR12"/>
              </a:rPr>
              <a:t>distribution</a:t>
            </a:r>
            <a:r>
              <a:rPr lang="hu-HU" sz="1800" b="0" i="0" u="none" strike="noStrike" baseline="0" dirty="0">
                <a:latin typeface="CMR12"/>
              </a:rPr>
              <a:t> </a:t>
            </a:r>
            <a:r>
              <a:rPr lang="hu-HU" sz="1800" b="0" i="0" u="none" strike="noStrike" baseline="0" dirty="0" err="1">
                <a:latin typeface="CMR12"/>
              </a:rPr>
              <a:t>function</a:t>
            </a:r>
            <a:r>
              <a:rPr lang="hu-HU" sz="1800" b="0" i="0" u="none" strike="noStrike" baseline="0" dirty="0">
                <a:latin typeface="CMR12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19114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Exercise 16.2</a:t>
            </a:r>
            <a:r>
              <a:rPr lang="hu-HU" dirty="0">
                <a:solidFill>
                  <a:schemeClr val="tx1"/>
                </a:solidFill>
                <a:cs typeface="Arial" panose="020B0604020202020204" pitchFamily="34" charset="0"/>
              </a:rPr>
              <a:t> (M2)</a:t>
            </a:r>
            <a:r>
              <a:rPr lang="en-US" dirty="0">
                <a:solidFill>
                  <a:srgbClr val="92D050"/>
                </a:solidFill>
                <a:cs typeface="Arial" panose="020B0604020202020204" pitchFamily="34" charset="0"/>
              </a:rPr>
              <a:t> 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2959" y="1845732"/>
            <a:ext cx="7543801" cy="4226593"/>
          </a:xfrm>
        </p:spPr>
        <p:txBody>
          <a:bodyPr>
            <a:noAutofit/>
          </a:bodyPr>
          <a:lstStyle/>
          <a:p>
            <a:r>
              <a:rPr lang="hu-HU" dirty="0" err="1"/>
              <a:t>data</a:t>
            </a:r>
            <a:r>
              <a:rPr lang="hu-HU" dirty="0"/>
              <a:t> = [0.18, 0.57, 0.82, 0.55, 0.63, 0.12, 0.91, 0.31];</a:t>
            </a:r>
          </a:p>
          <a:p>
            <a:r>
              <a:rPr lang="hu-HU" dirty="0"/>
              <a:t> </a:t>
            </a:r>
            <a:r>
              <a:rPr lang="hu-HU" dirty="0" err="1"/>
              <a:t>mean</a:t>
            </a:r>
            <a:r>
              <a:rPr lang="hu-HU" dirty="0"/>
              <a:t>(</a:t>
            </a:r>
            <a:r>
              <a:rPr lang="hu-HU" dirty="0" err="1"/>
              <a:t>data</a:t>
            </a:r>
            <a:r>
              <a:rPr lang="hu-HU" dirty="0"/>
              <a:t>)</a:t>
            </a:r>
          </a:p>
          <a:p>
            <a:r>
              <a:rPr lang="hu-HU" dirty="0"/>
              <a:t> </a:t>
            </a:r>
            <a:r>
              <a:rPr lang="hu-HU" dirty="0" err="1"/>
              <a:t>std</a:t>
            </a:r>
            <a:r>
              <a:rPr lang="hu-HU" dirty="0"/>
              <a:t>(</a:t>
            </a:r>
            <a:r>
              <a:rPr lang="hu-HU" dirty="0" err="1"/>
              <a:t>data</a:t>
            </a:r>
            <a:r>
              <a:rPr lang="hu-HU" dirty="0"/>
              <a:t>)</a:t>
            </a:r>
          </a:p>
          <a:p>
            <a:r>
              <a:rPr lang="hu-HU" dirty="0"/>
              <a:t> ecdf21(</a:t>
            </a:r>
            <a:r>
              <a:rPr lang="hu-HU" dirty="0" err="1"/>
              <a:t>data</a:t>
            </a:r>
            <a:r>
              <a:rPr lang="hu-HU" dirty="0"/>
              <a:t>)</a:t>
            </a:r>
          </a:p>
          <a:p>
            <a:r>
              <a:rPr lang="hu-HU" dirty="0"/>
              <a:t> hold </a:t>
            </a:r>
            <a:r>
              <a:rPr lang="hu-HU" dirty="0" err="1"/>
              <a:t>on</a:t>
            </a:r>
            <a:endParaRPr lang="hu-HU" dirty="0"/>
          </a:p>
          <a:p>
            <a:r>
              <a:rPr lang="hu-HU" dirty="0"/>
              <a:t> x = -0.1:0.01:1.1; </a:t>
            </a:r>
          </a:p>
          <a:p>
            <a:r>
              <a:rPr lang="hu-HU" dirty="0"/>
              <a:t>plot(</a:t>
            </a:r>
            <a:r>
              <a:rPr lang="hu-HU" dirty="0" err="1"/>
              <a:t>x,unifcdf</a:t>
            </a:r>
            <a:r>
              <a:rPr lang="hu-HU" dirty="0"/>
              <a:t>(x),'r')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67599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1">
            <a:extLst>
              <a:ext uri="{FF2B5EF4-FFF2-40B4-BE49-F238E27FC236}">
                <a16:creationId xmlns:a16="http://schemas.microsoft.com/office/drawing/2014/main" id="{F202E839-C742-4783-912E-931DF518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24244"/>
          </a:xfrm>
        </p:spPr>
        <p:txBody>
          <a:bodyPr/>
          <a:lstStyle/>
          <a:p>
            <a:r>
              <a:rPr lang="hu-HU" dirty="0" err="1"/>
              <a:t>Cars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E7F730-16E7-48B4-A74A-EEF58C24E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210848"/>
            <a:ext cx="7543801" cy="564715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load</a:t>
            </a:r>
            <a:r>
              <a:rPr lang="hu-HU" dirty="0"/>
              <a:t> </a:t>
            </a:r>
            <a:r>
              <a:rPr lang="hu-HU" dirty="0" err="1"/>
              <a:t>carsmall</a:t>
            </a:r>
            <a:endParaRPr lang="hu-HU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boxplot</a:t>
            </a:r>
            <a:r>
              <a:rPr lang="hu-HU" dirty="0"/>
              <a:t>(MPG)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xlabel</a:t>
            </a:r>
            <a:r>
              <a:rPr lang="hu-HU" dirty="0"/>
              <a:t>('</a:t>
            </a:r>
            <a:r>
              <a:rPr lang="hu-HU" dirty="0" err="1"/>
              <a:t>All</a:t>
            </a:r>
            <a:r>
              <a:rPr lang="hu-HU" dirty="0"/>
              <a:t> </a:t>
            </a:r>
            <a:r>
              <a:rPr lang="hu-HU" dirty="0" err="1"/>
              <a:t>Vehicles</a:t>
            </a:r>
            <a:r>
              <a:rPr lang="hu-HU" dirty="0"/>
              <a:t>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ylabel</a:t>
            </a:r>
            <a:r>
              <a:rPr lang="hu-HU" dirty="0"/>
              <a:t>('Miles per Gallon (MPG)')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title('Miles per Gallon for All Vehicles')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boxplot</a:t>
            </a:r>
            <a:r>
              <a:rPr lang="hu-HU" dirty="0"/>
              <a:t>(</a:t>
            </a:r>
            <a:r>
              <a:rPr lang="hu-HU" dirty="0" err="1"/>
              <a:t>MPG,Origin</a:t>
            </a:r>
            <a:r>
              <a:rPr lang="hu-HU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title('Miles per Gallon by Vehicle Origin')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xlabel</a:t>
            </a:r>
            <a:r>
              <a:rPr lang="hu-HU" dirty="0"/>
              <a:t>('Country of </a:t>
            </a:r>
            <a:r>
              <a:rPr lang="hu-HU" dirty="0" err="1"/>
              <a:t>Origin</a:t>
            </a:r>
            <a:r>
              <a:rPr lang="hu-HU" dirty="0"/>
              <a:t>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ylabel</a:t>
            </a:r>
            <a:r>
              <a:rPr lang="hu-HU" dirty="0"/>
              <a:t>('Miles per Gallon (MPG)')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tbl</a:t>
            </a:r>
            <a:r>
              <a:rPr lang="hu-HU" dirty="0"/>
              <a:t> = </a:t>
            </a:r>
            <a:r>
              <a:rPr lang="hu-HU" dirty="0" err="1"/>
              <a:t>tabulate</a:t>
            </a:r>
            <a:r>
              <a:rPr lang="hu-HU" dirty="0"/>
              <a:t>(</a:t>
            </a:r>
            <a:r>
              <a:rPr lang="hu-HU" dirty="0" err="1"/>
              <a:t>Origin</a:t>
            </a:r>
            <a:r>
              <a:rPr lang="hu-HU" dirty="0"/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t = cell2table(</a:t>
            </a:r>
            <a:r>
              <a:rPr lang="hu-HU" dirty="0" err="1"/>
              <a:t>tbl</a:t>
            </a:r>
            <a:r>
              <a:rPr lang="hu-HU" dirty="0"/>
              <a:t>,'</a:t>
            </a:r>
            <a:r>
              <a:rPr lang="hu-HU" dirty="0" err="1"/>
              <a:t>VariableNames</a:t>
            </a:r>
            <a:r>
              <a:rPr lang="hu-HU" dirty="0"/>
              <a:t>', ...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   {'</a:t>
            </a:r>
            <a:r>
              <a:rPr lang="hu-HU" dirty="0" err="1"/>
              <a:t>Value</a:t>
            </a:r>
            <a:r>
              <a:rPr lang="hu-HU" dirty="0"/>
              <a:t>','</a:t>
            </a:r>
            <a:r>
              <a:rPr lang="hu-HU" dirty="0" err="1"/>
              <a:t>Count</a:t>
            </a:r>
            <a:r>
              <a:rPr lang="hu-HU" dirty="0"/>
              <a:t>','Percent'});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t.Value</a:t>
            </a:r>
            <a:r>
              <a:rPr lang="en-US" dirty="0"/>
              <a:t> = categorical(</a:t>
            </a:r>
            <a:r>
              <a:rPr lang="en-US" dirty="0" err="1"/>
              <a:t>t.Value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bar(</a:t>
            </a:r>
            <a:r>
              <a:rPr lang="en-US" dirty="0" err="1"/>
              <a:t>t.Value,t.Count</a:t>
            </a:r>
            <a:r>
              <a:rPr lang="en-US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xlabel</a:t>
            </a:r>
            <a:r>
              <a:rPr lang="hu-HU" dirty="0"/>
              <a:t>('Country of </a:t>
            </a:r>
            <a:r>
              <a:rPr lang="hu-HU" dirty="0" err="1"/>
              <a:t>Origin</a:t>
            </a:r>
            <a:r>
              <a:rPr lang="hu-HU" dirty="0"/>
              <a:t>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ylabel</a:t>
            </a:r>
            <a:r>
              <a:rPr lang="hu-HU" dirty="0"/>
              <a:t>('</a:t>
            </a:r>
            <a:r>
              <a:rPr lang="hu-HU" dirty="0" err="1"/>
              <a:t>Number</a:t>
            </a:r>
            <a:r>
              <a:rPr lang="hu-HU" dirty="0"/>
              <a:t> of </a:t>
            </a:r>
            <a:r>
              <a:rPr lang="hu-HU" dirty="0" err="1"/>
              <a:t>Cars</a:t>
            </a:r>
            <a:r>
              <a:rPr lang="hu-HU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208945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9E78AC-AFCE-4405-9BE0-A08A735A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Covid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254ED1-2390-4703-AB22-3DA05DC7C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51955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covid</a:t>
            </a:r>
            <a:r>
              <a:rPr lang="hu-HU" dirty="0"/>
              <a:t> = </a:t>
            </a:r>
            <a:r>
              <a:rPr lang="hu-HU" dirty="0" err="1"/>
              <a:t>readtable</a:t>
            </a:r>
            <a:r>
              <a:rPr lang="hu-HU" dirty="0"/>
              <a:t>('covid.csv');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head</a:t>
            </a:r>
            <a:r>
              <a:rPr lang="hu-HU" dirty="0"/>
              <a:t>(</a:t>
            </a:r>
            <a:r>
              <a:rPr lang="hu-HU" dirty="0" err="1"/>
              <a:t>covid</a:t>
            </a:r>
            <a:r>
              <a:rPr lang="hu-HU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covid.countriesAndTerritories</a:t>
            </a:r>
            <a:r>
              <a:rPr lang="en-US" dirty="0"/>
              <a:t> = categorical(</a:t>
            </a:r>
            <a:r>
              <a:rPr lang="en-US" dirty="0" err="1"/>
              <a:t>covid.countriesAndTerritories</a:t>
            </a:r>
            <a:r>
              <a:rPr lang="en-US" dirty="0"/>
              <a:t>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 err="1"/>
              <a:t>tabulate</a:t>
            </a:r>
            <a:r>
              <a:rPr lang="hu-HU" dirty="0"/>
              <a:t>(</a:t>
            </a:r>
            <a:r>
              <a:rPr lang="hu-HU" dirty="0" err="1"/>
              <a:t>covid.countriesAndTerritories</a:t>
            </a:r>
            <a:r>
              <a:rPr lang="hu-HU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hun</a:t>
            </a:r>
            <a:r>
              <a:rPr lang="en-US" dirty="0"/>
              <a:t> = </a:t>
            </a:r>
            <a:r>
              <a:rPr lang="en-US" dirty="0" err="1"/>
              <a:t>covid.cases</a:t>
            </a:r>
            <a:r>
              <a:rPr lang="en-US" dirty="0"/>
              <a:t>(</a:t>
            </a:r>
            <a:r>
              <a:rPr lang="en-US" dirty="0" err="1"/>
              <a:t>covid.countriesAndTerritories</a:t>
            </a:r>
            <a:r>
              <a:rPr lang="en-US" dirty="0"/>
              <a:t>=="Hungary");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plot(flip(hun))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title('Number of COVID-19 cases in Hungary per day')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aust</a:t>
            </a:r>
            <a:r>
              <a:rPr lang="en-US" dirty="0"/>
              <a:t> = </a:t>
            </a:r>
            <a:r>
              <a:rPr lang="en-US" dirty="0" err="1"/>
              <a:t>covid.cases</a:t>
            </a:r>
            <a:r>
              <a:rPr lang="en-US" dirty="0"/>
              <a:t>(</a:t>
            </a:r>
            <a:r>
              <a:rPr lang="en-US" dirty="0" err="1"/>
              <a:t>covid.countriesAndTerritories</a:t>
            </a:r>
            <a:r>
              <a:rPr lang="en-US" dirty="0"/>
              <a:t>=="Austria");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hold </a:t>
            </a:r>
            <a:r>
              <a:rPr lang="hu-HU" dirty="0" err="1"/>
              <a:t>on</a:t>
            </a: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plot(flip(</a:t>
            </a:r>
            <a:r>
              <a:rPr lang="hu-HU" dirty="0" err="1"/>
              <a:t>aust</a:t>
            </a:r>
            <a:r>
              <a:rPr lang="hu-HU" dirty="0"/>
              <a:t>),'r')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title('Number of COVID-19 cases in Hungary and Austria per day')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hu-HU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nb-NO" dirty="0"/>
              <a:t>n = min(length(aust),length(hun));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dirty="0"/>
              <a:t>corr(hun(1:n),aust(1:n))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95388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8D57D7-8956-49F9-9353-B533C5FB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Literature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CDDDFC-80E1-4B5F-962D-B2A8BC2CD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507" y="1845734"/>
            <a:ext cx="741470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Ágnes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Mathematics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for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engineers</a:t>
            </a:r>
            <a:r>
              <a:rPr lang="hu-HU" dirty="0">
                <a:effectLst/>
              </a:rPr>
              <a:t> 1. (</a:t>
            </a:r>
            <a:r>
              <a:rPr lang="hu-HU" dirty="0" err="1">
                <a:effectLst/>
              </a:rPr>
              <a:t>Laboratory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slides</a:t>
            </a:r>
            <a:r>
              <a:rPr lang="hu-HU" dirty="0">
                <a:effectLst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Sándor </a:t>
            </a:r>
            <a:r>
              <a:rPr lang="hu-HU" dirty="0" err="1"/>
              <a:t>Baran</a:t>
            </a:r>
            <a:r>
              <a:rPr lang="hu-HU" dirty="0"/>
              <a:t>: </a:t>
            </a:r>
            <a:r>
              <a:rPr lang="hu-HU" dirty="0" err="1">
                <a:effectLst/>
              </a:rPr>
              <a:t>Probability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theory</a:t>
            </a:r>
            <a:r>
              <a:rPr lang="hu-HU" dirty="0">
                <a:effectLst/>
              </a:rPr>
              <a:t> and </a:t>
            </a:r>
            <a:r>
              <a:rPr lang="hu-HU" dirty="0" err="1">
                <a:effectLst/>
              </a:rPr>
              <a:t>statistics</a:t>
            </a:r>
            <a:endParaRPr lang="hu-HU" dirty="0">
              <a:effectLst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Valószínűségszámítás,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/>
              <a:t>Fazekas István: Bevezetés a matematikai statisztikába, Debreceni Egyetemi Kiadó, 2009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hu-HU" dirty="0" err="1"/>
              <a:t>Matlab</a:t>
            </a:r>
            <a:r>
              <a:rPr lang="hu-HU" dirty="0"/>
              <a:t> </a:t>
            </a:r>
            <a:r>
              <a:rPr lang="hu-HU" dirty="0" err="1"/>
              <a:t>examples</a:t>
            </a:r>
            <a:r>
              <a:rPr lang="hu-HU" dirty="0"/>
              <a:t>: </a:t>
            </a:r>
            <a:r>
              <a:rPr lang="hu-HU" dirty="0">
                <a:hlinkClick r:id="rId2"/>
              </a:rPr>
              <a:t>https://www.mathworks.com/help/examples.html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11959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tek diaminta">
  <a:themeElements>
    <a:clrScheme name="Fabetű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–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abet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ek diaminta" id="{DA9CF40E-B0DB-4F98-AEF5-49E81D43F223}" vid="{E0151A15-54A4-4053-8D41-A38E348A1F8B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matek diaminta</Template>
  <TotalTime>12258</TotalTime>
  <Words>1281</Words>
  <Application>Microsoft Office PowerPoint</Application>
  <PresentationFormat>Diavetítés a képernyőre (4:3 oldalarány)</PresentationFormat>
  <Paragraphs>128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21" baseType="lpstr">
      <vt:lpstr>Arial</vt:lpstr>
      <vt:lpstr>Calibri</vt:lpstr>
      <vt:lpstr>Cambria</vt:lpstr>
      <vt:lpstr>Cambria Math</vt:lpstr>
      <vt:lpstr>CMMI12</vt:lpstr>
      <vt:lpstr>CMR12</vt:lpstr>
      <vt:lpstr>Courier New</vt:lpstr>
      <vt:lpstr>Wingdings</vt:lpstr>
      <vt:lpstr>matek diaminta</vt:lpstr>
      <vt:lpstr>Applied Statistics, Probability theory and mathematical statistics</vt:lpstr>
      <vt:lpstr>Boxplot</vt:lpstr>
      <vt:lpstr>Exercise 16.1 (M1) </vt:lpstr>
      <vt:lpstr>Exercise 16.1 (M1) </vt:lpstr>
      <vt:lpstr>Exercise 16.1 (M1)</vt:lpstr>
      <vt:lpstr>Exercise 16.1 (M1) (Save this code in a script, named ecdf2) </vt:lpstr>
      <vt:lpstr>Exercise 16.1 (M1) (Save this code in a script, named ecdf21) </vt:lpstr>
      <vt:lpstr>Exercise 16.2 (M2) </vt:lpstr>
      <vt:lpstr>Exercise 16.2 (M2) </vt:lpstr>
      <vt:lpstr>Cars</vt:lpstr>
      <vt:lpstr>Covid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Statistics, Probability theory and mathematical statistics</dc:title>
  <dc:creator>Sándor Pecsora</dc:creator>
  <cp:lastModifiedBy>Dr. Pecsora Sándor</cp:lastModifiedBy>
  <cp:revision>153</cp:revision>
  <dcterms:created xsi:type="dcterms:W3CDTF">2020-09-02T07:49:18Z</dcterms:created>
  <dcterms:modified xsi:type="dcterms:W3CDTF">2024-10-28T06:57:18Z</dcterms:modified>
</cp:coreProperties>
</file>