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3" r:id="rId1"/>
  </p:sldMasterIdLst>
  <p:notesMasterIdLst>
    <p:notesMasterId r:id="rId16"/>
  </p:notesMasterIdLst>
  <p:sldIdLst>
    <p:sldId id="341" r:id="rId2"/>
    <p:sldId id="342" r:id="rId3"/>
    <p:sldId id="343" r:id="rId4"/>
    <p:sldId id="322" r:id="rId5"/>
    <p:sldId id="344" r:id="rId6"/>
    <p:sldId id="345" r:id="rId7"/>
    <p:sldId id="321" r:id="rId8"/>
    <p:sldId id="336" r:id="rId9"/>
    <p:sldId id="334" r:id="rId10"/>
    <p:sldId id="331" r:id="rId11"/>
    <p:sldId id="337" r:id="rId12"/>
    <p:sldId id="330" r:id="rId13"/>
    <p:sldId id="335" r:id="rId14"/>
    <p:sldId id="33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67EFDF-DF82-4742-8404-A0AEB8EB10DA}" v="7" dt="2024-09-28T14:53:44.9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72" y="6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ándor Pecsora" userId="810b1d013327c237" providerId="LiveId" clId="{47A5980E-9F09-4383-9E5D-8A92054FEA46}"/>
    <pc:docChg chg="undo custSel addSld delSld modSld">
      <pc:chgData name="Sándor Pecsora" userId="810b1d013327c237" providerId="LiveId" clId="{47A5980E-9F09-4383-9E5D-8A92054FEA46}" dt="2022-02-15T08:23:29.076" v="5" actId="47"/>
      <pc:docMkLst>
        <pc:docMk/>
      </pc:docMkLst>
      <pc:sldChg chg="del">
        <pc:chgData name="Sándor Pecsora" userId="810b1d013327c237" providerId="LiveId" clId="{47A5980E-9F09-4383-9E5D-8A92054FEA46}" dt="2022-02-15T08:23:29.076" v="5" actId="47"/>
        <pc:sldMkLst>
          <pc:docMk/>
          <pc:sldMk cId="1180060703" sldId="256"/>
        </pc:sldMkLst>
      </pc:sldChg>
      <pc:sldChg chg="add">
        <pc:chgData name="Sándor Pecsora" userId="810b1d013327c237" providerId="LiveId" clId="{47A5980E-9F09-4383-9E5D-8A92054FEA46}" dt="2022-02-15T08:19:22.607" v="0"/>
        <pc:sldMkLst>
          <pc:docMk/>
          <pc:sldMk cId="811959074" sldId="338"/>
        </pc:sldMkLst>
      </pc:sldChg>
      <pc:sldChg chg="modSp add mod">
        <pc:chgData name="Sándor Pecsora" userId="810b1d013327c237" providerId="LiveId" clId="{47A5980E-9F09-4383-9E5D-8A92054FEA46}" dt="2022-02-15T08:23:27.223" v="4"/>
        <pc:sldMkLst>
          <pc:docMk/>
          <pc:sldMk cId="3735662663" sldId="341"/>
        </pc:sldMkLst>
        <pc:spChg chg="mod">
          <ac:chgData name="Sándor Pecsora" userId="810b1d013327c237" providerId="LiveId" clId="{47A5980E-9F09-4383-9E5D-8A92054FEA46}" dt="2022-02-15T08:23:27.223" v="4"/>
          <ac:spMkLst>
            <pc:docMk/>
            <pc:sldMk cId="3735662663" sldId="341"/>
            <ac:spMk id="3" creationId="{00000000-0000-0000-0000-000000000000}"/>
          </ac:spMkLst>
        </pc:spChg>
      </pc:sldChg>
    </pc:docChg>
  </pc:docChgLst>
  <pc:docChgLst>
    <pc:chgData name="Sándor Pecsora" userId="810b1d013327c237" providerId="LiveId" clId="{F1725CCB-442B-49F6-B319-A66EF78AC50B}"/>
    <pc:docChg chg="modSld">
      <pc:chgData name="Sándor Pecsora" userId="810b1d013327c237" providerId="LiveId" clId="{F1725CCB-442B-49F6-B319-A66EF78AC50B}" dt="2020-09-21T09:42:46.828" v="12" actId="20577"/>
      <pc:docMkLst>
        <pc:docMk/>
      </pc:docMkLst>
      <pc:sldChg chg="modSp">
        <pc:chgData name="Sándor Pecsora" userId="810b1d013327c237" providerId="LiveId" clId="{F1725CCB-442B-49F6-B319-A66EF78AC50B}" dt="2020-09-21T09:42:46.828" v="12" actId="20577"/>
        <pc:sldMkLst>
          <pc:docMk/>
          <pc:sldMk cId="3501878932" sldId="321"/>
        </pc:sldMkLst>
        <pc:spChg chg="mod">
          <ac:chgData name="Sándor Pecsora" userId="810b1d013327c237" providerId="LiveId" clId="{F1725CCB-442B-49F6-B319-A66EF78AC50B}" dt="2020-09-21T09:42:46.828" v="12" actId="20577"/>
          <ac:spMkLst>
            <pc:docMk/>
            <pc:sldMk cId="3501878932" sldId="321"/>
            <ac:spMk id="3" creationId="{00000000-0000-0000-0000-000000000000}"/>
          </ac:spMkLst>
        </pc:spChg>
      </pc:sldChg>
    </pc:docChg>
  </pc:docChgLst>
  <pc:docChgLst>
    <pc:chgData name="Sándor Pecsora" userId="810b1d013327c237" providerId="LiveId" clId="{3567EFDF-DF82-4742-8404-A0AEB8EB10DA}"/>
    <pc:docChg chg="undo custSel addSld delSld modSld sldOrd">
      <pc:chgData name="Sándor Pecsora" userId="810b1d013327c237" providerId="LiveId" clId="{3567EFDF-DF82-4742-8404-A0AEB8EB10DA}" dt="2024-09-28T14:54:24.440" v="104" actId="20577"/>
      <pc:docMkLst>
        <pc:docMk/>
      </pc:docMkLst>
      <pc:sldChg chg="modSp">
        <pc:chgData name="Sándor Pecsora" userId="810b1d013327c237" providerId="LiveId" clId="{3567EFDF-DF82-4742-8404-A0AEB8EB10DA}" dt="2024-09-28T14:39:21.022" v="0"/>
        <pc:sldMkLst>
          <pc:docMk/>
          <pc:sldMk cId="3501878932" sldId="321"/>
        </pc:sldMkLst>
        <pc:spChg chg="mod">
          <ac:chgData name="Sándor Pecsora" userId="810b1d013327c237" providerId="LiveId" clId="{3567EFDF-DF82-4742-8404-A0AEB8EB10DA}" dt="2024-09-28T14:39:21.022" v="0"/>
          <ac:spMkLst>
            <pc:docMk/>
            <pc:sldMk cId="3501878932" sldId="321"/>
            <ac:spMk id="2" creationId="{00000000-0000-0000-0000-000000000000}"/>
          </ac:spMkLst>
        </pc:spChg>
      </pc:sldChg>
      <pc:sldChg chg="add">
        <pc:chgData name="Sándor Pecsora" userId="810b1d013327c237" providerId="LiveId" clId="{3567EFDF-DF82-4742-8404-A0AEB8EB10DA}" dt="2024-09-28T14:46:42.026" v="75"/>
        <pc:sldMkLst>
          <pc:docMk/>
          <pc:sldMk cId="1867652341" sldId="322"/>
        </pc:sldMkLst>
      </pc:sldChg>
      <pc:sldChg chg="modSp mod">
        <pc:chgData name="Sándor Pecsora" userId="810b1d013327c237" providerId="LiveId" clId="{3567EFDF-DF82-4742-8404-A0AEB8EB10DA}" dt="2024-09-28T14:48:45.725" v="87" actId="20577"/>
        <pc:sldMkLst>
          <pc:docMk/>
          <pc:sldMk cId="1591634572" sldId="330"/>
        </pc:sldMkLst>
        <pc:spChg chg="mod">
          <ac:chgData name="Sándor Pecsora" userId="810b1d013327c237" providerId="LiveId" clId="{3567EFDF-DF82-4742-8404-A0AEB8EB10DA}" dt="2024-09-28T14:48:45.725" v="87" actId="20577"/>
          <ac:spMkLst>
            <pc:docMk/>
            <pc:sldMk cId="1591634572" sldId="330"/>
            <ac:spMk id="2" creationId="{00000000-0000-0000-0000-000000000000}"/>
          </ac:spMkLst>
        </pc:spChg>
        <pc:spChg chg="mod">
          <ac:chgData name="Sándor Pecsora" userId="810b1d013327c237" providerId="LiveId" clId="{3567EFDF-DF82-4742-8404-A0AEB8EB10DA}" dt="2024-09-28T14:41:38.103" v="63" actId="1036"/>
          <ac:spMkLst>
            <pc:docMk/>
            <pc:sldMk cId="1591634572" sldId="330"/>
            <ac:spMk id="12" creationId="{00000000-0000-0000-0000-000000000000}"/>
          </ac:spMkLst>
        </pc:spChg>
        <pc:spChg chg="mod">
          <ac:chgData name="Sándor Pecsora" userId="810b1d013327c237" providerId="LiveId" clId="{3567EFDF-DF82-4742-8404-A0AEB8EB10DA}" dt="2024-09-28T14:41:38.103" v="63" actId="1036"/>
          <ac:spMkLst>
            <pc:docMk/>
            <pc:sldMk cId="1591634572" sldId="330"/>
            <ac:spMk id="13" creationId="{00000000-0000-0000-0000-000000000000}"/>
          </ac:spMkLst>
        </pc:spChg>
        <pc:spChg chg="mod">
          <ac:chgData name="Sándor Pecsora" userId="810b1d013327c237" providerId="LiveId" clId="{3567EFDF-DF82-4742-8404-A0AEB8EB10DA}" dt="2024-09-28T14:41:38.103" v="63" actId="1036"/>
          <ac:spMkLst>
            <pc:docMk/>
            <pc:sldMk cId="1591634572" sldId="330"/>
            <ac:spMk id="15" creationId="{00000000-0000-0000-0000-000000000000}"/>
          </ac:spMkLst>
        </pc:spChg>
      </pc:sldChg>
      <pc:sldChg chg="addSp modSp mod modAnim">
        <pc:chgData name="Sándor Pecsora" userId="810b1d013327c237" providerId="LiveId" clId="{3567EFDF-DF82-4742-8404-A0AEB8EB10DA}" dt="2024-09-28T14:54:24.440" v="104" actId="20577"/>
        <pc:sldMkLst>
          <pc:docMk/>
          <pc:sldMk cId="93600150" sldId="331"/>
        </pc:sldMkLst>
        <pc:spChg chg="mod">
          <ac:chgData name="Sándor Pecsora" userId="810b1d013327c237" providerId="LiveId" clId="{3567EFDF-DF82-4742-8404-A0AEB8EB10DA}" dt="2024-09-28T14:48:36.143" v="85" actId="20577"/>
          <ac:spMkLst>
            <pc:docMk/>
            <pc:sldMk cId="93600150" sldId="331"/>
            <ac:spMk id="2" creationId="{00000000-0000-0000-0000-000000000000}"/>
          </ac:spMkLst>
        </pc:spChg>
        <pc:spChg chg="mod">
          <ac:chgData name="Sándor Pecsora" userId="810b1d013327c237" providerId="LiveId" clId="{3567EFDF-DF82-4742-8404-A0AEB8EB10DA}" dt="2024-09-28T14:53:48.416" v="92" actId="20577"/>
          <ac:spMkLst>
            <pc:docMk/>
            <pc:sldMk cId="93600150" sldId="331"/>
            <ac:spMk id="6" creationId="{91F4B0F1-F502-2FFE-F616-AF457B49DEBF}"/>
          </ac:spMkLst>
        </pc:spChg>
        <pc:spChg chg="mod">
          <ac:chgData name="Sándor Pecsora" userId="810b1d013327c237" providerId="LiveId" clId="{3567EFDF-DF82-4742-8404-A0AEB8EB10DA}" dt="2024-09-28T14:54:09.155" v="100" actId="20577"/>
          <ac:spMkLst>
            <pc:docMk/>
            <pc:sldMk cId="93600150" sldId="331"/>
            <ac:spMk id="7" creationId="{4CAD942F-55E7-89ED-BE93-EAE318C8A361}"/>
          </ac:spMkLst>
        </pc:spChg>
        <pc:spChg chg="mod">
          <ac:chgData name="Sándor Pecsora" userId="810b1d013327c237" providerId="LiveId" clId="{3567EFDF-DF82-4742-8404-A0AEB8EB10DA}" dt="2024-09-28T14:53:52.556" v="93" actId="20577"/>
          <ac:spMkLst>
            <pc:docMk/>
            <pc:sldMk cId="93600150" sldId="331"/>
            <ac:spMk id="8" creationId="{BD86BBC2-C431-851F-9357-29D1EBB803C9}"/>
          </ac:spMkLst>
        </pc:spChg>
        <pc:spChg chg="mod">
          <ac:chgData name="Sándor Pecsora" userId="810b1d013327c237" providerId="LiveId" clId="{3567EFDF-DF82-4742-8404-A0AEB8EB10DA}" dt="2024-09-28T14:54:14.274" v="101" actId="20577"/>
          <ac:spMkLst>
            <pc:docMk/>
            <pc:sldMk cId="93600150" sldId="331"/>
            <ac:spMk id="9" creationId="{EB085EF0-1014-A70E-9BD8-AA814CBF11AE}"/>
          </ac:spMkLst>
        </pc:spChg>
        <pc:spChg chg="mod">
          <ac:chgData name="Sándor Pecsora" userId="810b1d013327c237" providerId="LiveId" clId="{3567EFDF-DF82-4742-8404-A0AEB8EB10DA}" dt="2024-09-28T14:53:37.092" v="90" actId="1076"/>
          <ac:spMkLst>
            <pc:docMk/>
            <pc:sldMk cId="93600150" sldId="331"/>
            <ac:spMk id="10" creationId="{00000000-0000-0000-0000-000000000000}"/>
          </ac:spMkLst>
        </pc:spChg>
        <pc:spChg chg="mod">
          <ac:chgData name="Sándor Pecsora" userId="810b1d013327c237" providerId="LiveId" clId="{3567EFDF-DF82-4742-8404-A0AEB8EB10DA}" dt="2024-09-28T14:53:37.092" v="90" actId="1076"/>
          <ac:spMkLst>
            <pc:docMk/>
            <pc:sldMk cId="93600150" sldId="331"/>
            <ac:spMk id="11" creationId="{00000000-0000-0000-0000-000000000000}"/>
          </ac:spMkLst>
        </pc:spChg>
        <pc:spChg chg="mod">
          <ac:chgData name="Sándor Pecsora" userId="810b1d013327c237" providerId="LiveId" clId="{3567EFDF-DF82-4742-8404-A0AEB8EB10DA}" dt="2024-09-28T14:53:37.092" v="90" actId="1076"/>
          <ac:spMkLst>
            <pc:docMk/>
            <pc:sldMk cId="93600150" sldId="331"/>
            <ac:spMk id="12" creationId="{00000000-0000-0000-0000-000000000000}"/>
          </ac:spMkLst>
        </pc:spChg>
        <pc:spChg chg="mod">
          <ac:chgData name="Sándor Pecsora" userId="810b1d013327c237" providerId="LiveId" clId="{3567EFDF-DF82-4742-8404-A0AEB8EB10DA}" dt="2024-09-28T14:53:37.092" v="90" actId="1076"/>
          <ac:spMkLst>
            <pc:docMk/>
            <pc:sldMk cId="93600150" sldId="331"/>
            <ac:spMk id="13" creationId="{00000000-0000-0000-0000-000000000000}"/>
          </ac:spMkLst>
        </pc:spChg>
        <pc:spChg chg="mod">
          <ac:chgData name="Sándor Pecsora" userId="810b1d013327c237" providerId="LiveId" clId="{3567EFDF-DF82-4742-8404-A0AEB8EB10DA}" dt="2024-09-28T14:53:24.870" v="89" actId="1076"/>
          <ac:spMkLst>
            <pc:docMk/>
            <pc:sldMk cId="93600150" sldId="331"/>
            <ac:spMk id="14" creationId="{00000000-0000-0000-0000-000000000000}"/>
          </ac:spMkLst>
        </pc:spChg>
        <pc:spChg chg="mod">
          <ac:chgData name="Sándor Pecsora" userId="810b1d013327c237" providerId="LiveId" clId="{3567EFDF-DF82-4742-8404-A0AEB8EB10DA}" dt="2024-09-28T14:54:06.495" v="99" actId="20577"/>
          <ac:spMkLst>
            <pc:docMk/>
            <pc:sldMk cId="93600150" sldId="331"/>
            <ac:spMk id="15" creationId="{64AEABB2-C3B4-FF43-8323-880C3AA1FF6F}"/>
          </ac:spMkLst>
        </pc:spChg>
        <pc:spChg chg="mod">
          <ac:chgData name="Sándor Pecsora" userId="810b1d013327c237" providerId="LiveId" clId="{3567EFDF-DF82-4742-8404-A0AEB8EB10DA}" dt="2024-09-28T14:54:20.272" v="103" actId="20577"/>
          <ac:spMkLst>
            <pc:docMk/>
            <pc:sldMk cId="93600150" sldId="331"/>
            <ac:spMk id="16" creationId="{D36C5216-3862-08E4-6A6D-52032668E7D6}"/>
          </ac:spMkLst>
        </pc:spChg>
        <pc:spChg chg="mod">
          <ac:chgData name="Sándor Pecsora" userId="810b1d013327c237" providerId="LiveId" clId="{3567EFDF-DF82-4742-8404-A0AEB8EB10DA}" dt="2024-09-28T14:53:54.797" v="94" actId="20577"/>
          <ac:spMkLst>
            <pc:docMk/>
            <pc:sldMk cId="93600150" sldId="331"/>
            <ac:spMk id="17" creationId="{FB3348EC-E17B-F1CC-BF8E-286BDE5817F5}"/>
          </ac:spMkLst>
        </pc:spChg>
        <pc:spChg chg="mod">
          <ac:chgData name="Sándor Pecsora" userId="810b1d013327c237" providerId="LiveId" clId="{3567EFDF-DF82-4742-8404-A0AEB8EB10DA}" dt="2024-09-28T14:54:24.440" v="104" actId="20577"/>
          <ac:spMkLst>
            <pc:docMk/>
            <pc:sldMk cId="93600150" sldId="331"/>
            <ac:spMk id="18" creationId="{0F6902BD-B47F-5043-0C5A-B5D901605016}"/>
          </ac:spMkLst>
        </pc:spChg>
        <pc:spChg chg="mod">
          <ac:chgData name="Sándor Pecsora" userId="810b1d013327c237" providerId="LiveId" clId="{3567EFDF-DF82-4742-8404-A0AEB8EB10DA}" dt="2024-09-28T14:54:00.652" v="97" actId="20577"/>
          <ac:spMkLst>
            <pc:docMk/>
            <pc:sldMk cId="93600150" sldId="331"/>
            <ac:spMk id="19" creationId="{B0FB8556-9E0A-DF82-8863-BF35FC63BC00}"/>
          </ac:spMkLst>
        </pc:spChg>
        <pc:spChg chg="mod">
          <ac:chgData name="Sándor Pecsora" userId="810b1d013327c237" providerId="LiveId" clId="{3567EFDF-DF82-4742-8404-A0AEB8EB10DA}" dt="2024-09-28T14:54:17.299" v="102" actId="20577"/>
          <ac:spMkLst>
            <pc:docMk/>
            <pc:sldMk cId="93600150" sldId="331"/>
            <ac:spMk id="20" creationId="{D2F877E2-8AAA-AA23-83D3-0F6982BA4490}"/>
          </ac:spMkLst>
        </pc:spChg>
        <pc:spChg chg="mod">
          <ac:chgData name="Sándor Pecsora" userId="810b1d013327c237" providerId="LiveId" clId="{3567EFDF-DF82-4742-8404-A0AEB8EB10DA}" dt="2024-09-28T14:54:04.143" v="98" actId="20577"/>
          <ac:spMkLst>
            <pc:docMk/>
            <pc:sldMk cId="93600150" sldId="331"/>
            <ac:spMk id="21" creationId="{274AC275-BCA0-3773-7AFE-1C019171C68E}"/>
          </ac:spMkLst>
        </pc:spChg>
        <pc:grpChg chg="add mod">
          <ac:chgData name="Sándor Pecsora" userId="810b1d013327c237" providerId="LiveId" clId="{3567EFDF-DF82-4742-8404-A0AEB8EB10DA}" dt="2024-09-28T14:53:44.993" v="91"/>
          <ac:grpSpMkLst>
            <pc:docMk/>
            <pc:sldMk cId="93600150" sldId="331"/>
            <ac:grpSpMk id="5" creationId="{7E9BFA25-DCD4-288A-796C-54452F28E150}"/>
          </ac:grpSpMkLst>
        </pc:grpChg>
        <pc:cxnChg chg="mod">
          <ac:chgData name="Sándor Pecsora" userId="810b1d013327c237" providerId="LiveId" clId="{3567EFDF-DF82-4742-8404-A0AEB8EB10DA}" dt="2024-09-28T14:53:44.993" v="91"/>
          <ac:cxnSpMkLst>
            <pc:docMk/>
            <pc:sldMk cId="93600150" sldId="331"/>
            <ac:cxnSpMk id="22" creationId="{D1CCE4E1-A328-42CF-3030-98B352400C5E}"/>
          </ac:cxnSpMkLst>
        </pc:cxnChg>
        <pc:cxnChg chg="mod">
          <ac:chgData name="Sándor Pecsora" userId="810b1d013327c237" providerId="LiveId" clId="{3567EFDF-DF82-4742-8404-A0AEB8EB10DA}" dt="2024-09-28T14:53:44.993" v="91"/>
          <ac:cxnSpMkLst>
            <pc:docMk/>
            <pc:sldMk cId="93600150" sldId="331"/>
            <ac:cxnSpMk id="23" creationId="{3922188B-B0CE-F798-CD3B-A75C57524907}"/>
          </ac:cxnSpMkLst>
        </pc:cxnChg>
        <pc:cxnChg chg="mod">
          <ac:chgData name="Sándor Pecsora" userId="810b1d013327c237" providerId="LiveId" clId="{3567EFDF-DF82-4742-8404-A0AEB8EB10DA}" dt="2024-09-28T14:53:44.993" v="91"/>
          <ac:cxnSpMkLst>
            <pc:docMk/>
            <pc:sldMk cId="93600150" sldId="331"/>
            <ac:cxnSpMk id="24" creationId="{25857615-1649-119D-7B14-7D33C6FF6DED}"/>
          </ac:cxnSpMkLst>
        </pc:cxnChg>
        <pc:cxnChg chg="mod">
          <ac:chgData name="Sándor Pecsora" userId="810b1d013327c237" providerId="LiveId" clId="{3567EFDF-DF82-4742-8404-A0AEB8EB10DA}" dt="2024-09-28T14:53:57.210" v="96" actId="1076"/>
          <ac:cxnSpMkLst>
            <pc:docMk/>
            <pc:sldMk cId="93600150" sldId="331"/>
            <ac:cxnSpMk id="25" creationId="{F51C4B6C-CF79-4F8A-6689-BB846CEEFC27}"/>
          </ac:cxnSpMkLst>
        </pc:cxnChg>
        <pc:cxnChg chg="mod">
          <ac:chgData name="Sándor Pecsora" userId="810b1d013327c237" providerId="LiveId" clId="{3567EFDF-DF82-4742-8404-A0AEB8EB10DA}" dt="2024-09-28T14:53:44.993" v="91"/>
          <ac:cxnSpMkLst>
            <pc:docMk/>
            <pc:sldMk cId="93600150" sldId="331"/>
            <ac:cxnSpMk id="26" creationId="{A085B780-EC8C-9632-EE38-51DE24E30BA6}"/>
          </ac:cxnSpMkLst>
        </pc:cxnChg>
        <pc:cxnChg chg="mod">
          <ac:chgData name="Sándor Pecsora" userId="810b1d013327c237" providerId="LiveId" clId="{3567EFDF-DF82-4742-8404-A0AEB8EB10DA}" dt="2024-09-28T14:53:44.993" v="91"/>
          <ac:cxnSpMkLst>
            <pc:docMk/>
            <pc:sldMk cId="93600150" sldId="331"/>
            <ac:cxnSpMk id="27" creationId="{ECB1B162-AF80-A1F4-547F-D18F2ADE108B}"/>
          </ac:cxnSpMkLst>
        </pc:cxnChg>
        <pc:cxnChg chg="mod">
          <ac:chgData name="Sándor Pecsora" userId="810b1d013327c237" providerId="LiveId" clId="{3567EFDF-DF82-4742-8404-A0AEB8EB10DA}" dt="2024-09-28T14:53:44.993" v="91"/>
          <ac:cxnSpMkLst>
            <pc:docMk/>
            <pc:sldMk cId="93600150" sldId="331"/>
            <ac:cxnSpMk id="28" creationId="{9627DCBB-BF09-D2E8-5E19-F517A7C4C054}"/>
          </ac:cxnSpMkLst>
        </pc:cxnChg>
        <pc:cxnChg chg="mod">
          <ac:chgData name="Sándor Pecsora" userId="810b1d013327c237" providerId="LiveId" clId="{3567EFDF-DF82-4742-8404-A0AEB8EB10DA}" dt="2024-09-28T14:53:44.993" v="91"/>
          <ac:cxnSpMkLst>
            <pc:docMk/>
            <pc:sldMk cId="93600150" sldId="331"/>
            <ac:cxnSpMk id="29" creationId="{9C9FEED9-58DB-CD14-F443-E94748BDEE91}"/>
          </ac:cxnSpMkLst>
        </pc:cxnChg>
        <pc:cxnChg chg="mod">
          <ac:chgData name="Sándor Pecsora" userId="810b1d013327c237" providerId="LiveId" clId="{3567EFDF-DF82-4742-8404-A0AEB8EB10DA}" dt="2024-09-28T14:53:44.993" v="91"/>
          <ac:cxnSpMkLst>
            <pc:docMk/>
            <pc:sldMk cId="93600150" sldId="331"/>
            <ac:cxnSpMk id="30" creationId="{3F724ADD-08CA-6E22-779F-1E9FE0570E1E}"/>
          </ac:cxnSpMkLst>
        </pc:cxnChg>
        <pc:cxnChg chg="mod">
          <ac:chgData name="Sándor Pecsora" userId="810b1d013327c237" providerId="LiveId" clId="{3567EFDF-DF82-4742-8404-A0AEB8EB10DA}" dt="2024-09-28T14:53:44.993" v="91"/>
          <ac:cxnSpMkLst>
            <pc:docMk/>
            <pc:sldMk cId="93600150" sldId="331"/>
            <ac:cxnSpMk id="31" creationId="{5E585764-9CDC-EE5C-CAB1-5B41AC7DA19C}"/>
          </ac:cxnSpMkLst>
        </pc:cxnChg>
      </pc:sldChg>
      <pc:sldChg chg="modSp mod">
        <pc:chgData name="Sándor Pecsora" userId="810b1d013327c237" providerId="LiveId" clId="{3567EFDF-DF82-4742-8404-A0AEB8EB10DA}" dt="2024-09-28T14:48:18.673" v="82" actId="20577"/>
        <pc:sldMkLst>
          <pc:docMk/>
          <pc:sldMk cId="93797610" sldId="334"/>
        </pc:sldMkLst>
        <pc:spChg chg="mod">
          <ac:chgData name="Sándor Pecsora" userId="810b1d013327c237" providerId="LiveId" clId="{3567EFDF-DF82-4742-8404-A0AEB8EB10DA}" dt="2024-09-28T14:39:21.210" v="1" actId="27636"/>
          <ac:spMkLst>
            <pc:docMk/>
            <pc:sldMk cId="93797610" sldId="334"/>
            <ac:spMk id="3" creationId="{00000000-0000-0000-0000-000000000000}"/>
          </ac:spMkLst>
        </pc:spChg>
        <pc:spChg chg="mod">
          <ac:chgData name="Sándor Pecsora" userId="810b1d013327c237" providerId="LiveId" clId="{3567EFDF-DF82-4742-8404-A0AEB8EB10DA}" dt="2024-09-28T14:48:18.673" v="82" actId="20577"/>
          <ac:spMkLst>
            <pc:docMk/>
            <pc:sldMk cId="93797610" sldId="334"/>
            <ac:spMk id="4" creationId="{00000000-0000-0000-0000-000000000000}"/>
          </ac:spMkLst>
        </pc:spChg>
      </pc:sldChg>
      <pc:sldChg chg="modSp mod">
        <pc:chgData name="Sándor Pecsora" userId="810b1d013327c237" providerId="LiveId" clId="{3567EFDF-DF82-4742-8404-A0AEB8EB10DA}" dt="2024-09-28T14:48:47.477" v="88" actId="20577"/>
        <pc:sldMkLst>
          <pc:docMk/>
          <pc:sldMk cId="1149520847" sldId="335"/>
        </pc:sldMkLst>
        <pc:spChg chg="mod">
          <ac:chgData name="Sándor Pecsora" userId="810b1d013327c237" providerId="LiveId" clId="{3567EFDF-DF82-4742-8404-A0AEB8EB10DA}" dt="2024-09-28T14:48:47.477" v="88" actId="20577"/>
          <ac:spMkLst>
            <pc:docMk/>
            <pc:sldMk cId="1149520847" sldId="335"/>
            <ac:spMk id="4" creationId="{00000000-0000-0000-0000-000000000000}"/>
          </ac:spMkLst>
        </pc:spChg>
      </pc:sldChg>
      <pc:sldChg chg="modSp mod">
        <pc:chgData name="Sándor Pecsora" userId="810b1d013327c237" providerId="LiveId" clId="{3567EFDF-DF82-4742-8404-A0AEB8EB10DA}" dt="2024-09-28T14:48:26.622" v="84" actId="207"/>
        <pc:sldMkLst>
          <pc:docMk/>
          <pc:sldMk cId="4245844585" sldId="336"/>
        </pc:sldMkLst>
        <pc:spChg chg="mod">
          <ac:chgData name="Sándor Pecsora" userId="810b1d013327c237" providerId="LiveId" clId="{3567EFDF-DF82-4742-8404-A0AEB8EB10DA}" dt="2024-09-28T14:48:26.622" v="84" actId="207"/>
          <ac:spMkLst>
            <pc:docMk/>
            <pc:sldMk cId="4245844585" sldId="336"/>
            <ac:spMk id="2" creationId="{00000000-0000-0000-0000-000000000000}"/>
          </ac:spMkLst>
        </pc:spChg>
      </pc:sldChg>
      <pc:sldChg chg="modSp mod">
        <pc:chgData name="Sándor Pecsora" userId="810b1d013327c237" providerId="LiveId" clId="{3567EFDF-DF82-4742-8404-A0AEB8EB10DA}" dt="2024-09-28T14:48:40.660" v="86" actId="20577"/>
        <pc:sldMkLst>
          <pc:docMk/>
          <pc:sldMk cId="157187679" sldId="337"/>
        </pc:sldMkLst>
        <pc:spChg chg="mod">
          <ac:chgData name="Sándor Pecsora" userId="810b1d013327c237" providerId="LiveId" clId="{3567EFDF-DF82-4742-8404-A0AEB8EB10DA}" dt="2024-09-28T14:48:40.660" v="86" actId="20577"/>
          <ac:spMkLst>
            <pc:docMk/>
            <pc:sldMk cId="157187679" sldId="337"/>
            <ac:spMk id="4" creationId="{00000000-0000-0000-0000-000000000000}"/>
          </ac:spMkLst>
        </pc:spChg>
      </pc:sldChg>
      <pc:sldChg chg="modSp">
        <pc:chgData name="Sándor Pecsora" userId="810b1d013327c237" providerId="LiveId" clId="{3567EFDF-DF82-4742-8404-A0AEB8EB10DA}" dt="2024-09-28T14:39:21.022" v="0"/>
        <pc:sldMkLst>
          <pc:docMk/>
          <pc:sldMk cId="811959074" sldId="338"/>
        </pc:sldMkLst>
        <pc:spChg chg="mod">
          <ac:chgData name="Sándor Pecsora" userId="810b1d013327c237" providerId="LiveId" clId="{3567EFDF-DF82-4742-8404-A0AEB8EB10DA}" dt="2024-09-28T14:39:21.022" v="0"/>
          <ac:spMkLst>
            <pc:docMk/>
            <pc:sldMk cId="811959074" sldId="338"/>
            <ac:spMk id="2" creationId="{C78D57D7-8956-49F9-9353-B533C5FBD7E1}"/>
          </ac:spMkLst>
        </pc:spChg>
      </pc:sldChg>
      <pc:sldChg chg="delSp modSp mod">
        <pc:chgData name="Sándor Pecsora" userId="810b1d013327c237" providerId="LiveId" clId="{3567EFDF-DF82-4742-8404-A0AEB8EB10DA}" dt="2024-09-28T14:45:58.123" v="71" actId="27636"/>
        <pc:sldMkLst>
          <pc:docMk/>
          <pc:sldMk cId="3735662663" sldId="341"/>
        </pc:sldMkLst>
        <pc:spChg chg="mod">
          <ac:chgData name="Sándor Pecsora" userId="810b1d013327c237" providerId="LiveId" clId="{3567EFDF-DF82-4742-8404-A0AEB8EB10DA}" dt="2024-09-28T14:45:58.123" v="71" actId="27636"/>
          <ac:spMkLst>
            <pc:docMk/>
            <pc:sldMk cId="3735662663" sldId="341"/>
            <ac:spMk id="3" creationId="{00000000-0000-0000-0000-000000000000}"/>
          </ac:spMkLst>
        </pc:spChg>
        <pc:spChg chg="mod">
          <ac:chgData name="Sándor Pecsora" userId="810b1d013327c237" providerId="LiveId" clId="{3567EFDF-DF82-4742-8404-A0AEB8EB10DA}" dt="2024-09-28T14:39:25.231" v="17" actId="20577"/>
          <ac:spMkLst>
            <pc:docMk/>
            <pc:sldMk cId="3735662663" sldId="341"/>
            <ac:spMk id="4" creationId="{002A1929-D361-4830-B28B-82105341B8EC}"/>
          </ac:spMkLst>
        </pc:spChg>
        <pc:spChg chg="del">
          <ac:chgData name="Sándor Pecsora" userId="810b1d013327c237" providerId="LiveId" clId="{3567EFDF-DF82-4742-8404-A0AEB8EB10DA}" dt="2024-09-28T14:39:34.468" v="18" actId="478"/>
          <ac:spMkLst>
            <pc:docMk/>
            <pc:sldMk cId="3735662663" sldId="341"/>
            <ac:spMk id="6" creationId="{138B5CDD-DF06-4B9E-97D9-BB5E2ADD616B}"/>
          </ac:spMkLst>
        </pc:spChg>
      </pc:sldChg>
      <pc:sldChg chg="add">
        <pc:chgData name="Sándor Pecsora" userId="810b1d013327c237" providerId="LiveId" clId="{3567EFDF-DF82-4742-8404-A0AEB8EB10DA}" dt="2024-09-28T14:46:11.603" v="72"/>
        <pc:sldMkLst>
          <pc:docMk/>
          <pc:sldMk cId="899722233" sldId="342"/>
        </pc:sldMkLst>
      </pc:sldChg>
      <pc:sldChg chg="add">
        <pc:chgData name="Sándor Pecsora" userId="810b1d013327c237" providerId="LiveId" clId="{3567EFDF-DF82-4742-8404-A0AEB8EB10DA}" dt="2024-09-28T14:46:11.603" v="72"/>
        <pc:sldMkLst>
          <pc:docMk/>
          <pc:sldMk cId="3579269664" sldId="343"/>
        </pc:sldMkLst>
      </pc:sldChg>
      <pc:sldChg chg="add del">
        <pc:chgData name="Sándor Pecsora" userId="810b1d013327c237" providerId="LiveId" clId="{3567EFDF-DF82-4742-8404-A0AEB8EB10DA}" dt="2024-09-28T14:46:32.846" v="74"/>
        <pc:sldMkLst>
          <pc:docMk/>
          <pc:sldMk cId="218511340" sldId="344"/>
        </pc:sldMkLst>
      </pc:sldChg>
      <pc:sldChg chg="modSp add mod ord">
        <pc:chgData name="Sándor Pecsora" userId="810b1d013327c237" providerId="LiveId" clId="{3567EFDF-DF82-4742-8404-A0AEB8EB10DA}" dt="2024-09-28T14:48:06.118" v="79" actId="20577"/>
        <pc:sldMkLst>
          <pc:docMk/>
          <pc:sldMk cId="2695250885" sldId="344"/>
        </pc:sldMkLst>
        <pc:spChg chg="mod">
          <ac:chgData name="Sándor Pecsora" userId="810b1d013327c237" providerId="LiveId" clId="{3567EFDF-DF82-4742-8404-A0AEB8EB10DA}" dt="2024-09-28T14:48:06.118" v="79" actId="20577"/>
          <ac:spMkLst>
            <pc:docMk/>
            <pc:sldMk cId="2695250885" sldId="344"/>
            <ac:spMk id="2" creationId="{00000000-0000-0000-0000-000000000000}"/>
          </ac:spMkLst>
        </pc:spChg>
      </pc:sldChg>
      <pc:sldChg chg="add del">
        <pc:chgData name="Sándor Pecsora" userId="810b1d013327c237" providerId="LiveId" clId="{3567EFDF-DF82-4742-8404-A0AEB8EB10DA}" dt="2024-09-28T14:46:32.846" v="74"/>
        <pc:sldMkLst>
          <pc:docMk/>
          <pc:sldMk cId="995106356" sldId="345"/>
        </pc:sldMkLst>
      </pc:sldChg>
      <pc:sldChg chg="modSp add mod ord">
        <pc:chgData name="Sándor Pecsora" userId="810b1d013327c237" providerId="LiveId" clId="{3567EFDF-DF82-4742-8404-A0AEB8EB10DA}" dt="2024-09-28T14:48:08.203" v="80" actId="20577"/>
        <pc:sldMkLst>
          <pc:docMk/>
          <pc:sldMk cId="4109789780" sldId="345"/>
        </pc:sldMkLst>
        <pc:spChg chg="mod">
          <ac:chgData name="Sándor Pecsora" userId="810b1d013327c237" providerId="LiveId" clId="{3567EFDF-DF82-4742-8404-A0AEB8EB10DA}" dt="2024-09-28T14:48:08.203" v="80" actId="20577"/>
          <ac:spMkLst>
            <pc:docMk/>
            <pc:sldMk cId="4109789780" sldId="345"/>
            <ac:spMk id="4" creationId="{00000000-0000-0000-0000-000000000000}"/>
          </ac:spMkLst>
        </pc:spChg>
      </pc:sldChg>
    </pc:docChg>
  </pc:docChgLst>
  <pc:docChgLst>
    <pc:chgData name="Sándor Pecsora" userId="810b1d013327c237" providerId="LiveId" clId="{6D868EEB-0F0D-490B-A0B5-018819A18F83}"/>
    <pc:docChg chg="modSld">
      <pc:chgData name="Sándor Pecsora" userId="810b1d013327c237" providerId="LiveId" clId="{6D868EEB-0F0D-490B-A0B5-018819A18F83}" dt="2020-10-14T08:50:08.982" v="11" actId="20577"/>
      <pc:docMkLst>
        <pc:docMk/>
      </pc:docMkLst>
      <pc:sldChg chg="modSp">
        <pc:chgData name="Sándor Pecsora" userId="810b1d013327c237" providerId="LiveId" clId="{6D868EEB-0F0D-490B-A0B5-018819A18F83}" dt="2020-10-14T08:50:08.982" v="11" actId="20577"/>
        <pc:sldMkLst>
          <pc:docMk/>
          <pc:sldMk cId="3501878932" sldId="321"/>
        </pc:sldMkLst>
        <pc:spChg chg="mod">
          <ac:chgData name="Sándor Pecsora" userId="810b1d013327c237" providerId="LiveId" clId="{6D868EEB-0F0D-490B-A0B5-018819A18F83}" dt="2020-10-14T08:50:08.982" v="11" actId="20577"/>
          <ac:spMkLst>
            <pc:docMk/>
            <pc:sldMk cId="3501878932" sldId="321"/>
            <ac:spMk id="3" creationId="{00000000-0000-0000-0000-000000000000}"/>
          </ac:spMkLst>
        </pc:spChg>
      </pc:sldChg>
      <pc:sldChg chg="modSp">
        <pc:chgData name="Sándor Pecsora" userId="810b1d013327c237" providerId="LiveId" clId="{6D868EEB-0F0D-490B-A0B5-018819A18F83}" dt="2020-10-12T08:37:59.563" v="0" actId="20577"/>
        <pc:sldMkLst>
          <pc:docMk/>
          <pc:sldMk cId="4245844585" sldId="336"/>
        </pc:sldMkLst>
        <pc:spChg chg="mod">
          <ac:chgData name="Sándor Pecsora" userId="810b1d013327c237" providerId="LiveId" clId="{6D868EEB-0F0D-490B-A0B5-018819A18F83}" dt="2020-10-12T08:37:59.563" v="0" actId="20577"/>
          <ac:spMkLst>
            <pc:docMk/>
            <pc:sldMk cId="4245844585" sldId="336"/>
            <ac:spMk id="6" creationId="{00000000-0000-0000-0000-000000000000}"/>
          </ac:spMkLst>
        </pc:spChg>
      </pc:sldChg>
      <pc:sldChg chg="modSp modAnim">
        <pc:chgData name="Sándor Pecsora" userId="810b1d013327c237" providerId="LiveId" clId="{6D868EEB-0F0D-490B-A0B5-018819A18F83}" dt="2020-10-12T09:22:53.479" v="7"/>
        <pc:sldMkLst>
          <pc:docMk/>
          <pc:sldMk cId="157187679" sldId="337"/>
        </pc:sldMkLst>
        <pc:spChg chg="mod">
          <ac:chgData name="Sándor Pecsora" userId="810b1d013327c237" providerId="LiveId" clId="{6D868EEB-0F0D-490B-A0B5-018819A18F83}" dt="2020-10-12T09:22:30.351" v="6"/>
          <ac:spMkLst>
            <pc:docMk/>
            <pc:sldMk cId="157187679" sldId="337"/>
            <ac:spMk id="3" creationId="{00000000-0000-0000-0000-000000000000}"/>
          </ac:spMkLst>
        </pc:spChg>
      </pc:sldChg>
    </pc:docChg>
  </pc:docChgLst>
  <pc:docChgLst>
    <pc:chgData name="Sándor Pecsora" userId="810b1d013327c237" providerId="LiveId" clId="{4B589131-D45C-495F-8231-40937F1799E8}"/>
    <pc:docChg chg="modSld">
      <pc:chgData name="Sándor Pecsora" userId="810b1d013327c237" providerId="LiveId" clId="{4B589131-D45C-495F-8231-40937F1799E8}" dt="2020-12-07T09:55:35.752" v="0" actId="20577"/>
      <pc:docMkLst>
        <pc:docMk/>
      </pc:docMkLst>
      <pc:sldChg chg="modSp">
        <pc:chgData name="Sándor Pecsora" userId="810b1d013327c237" providerId="LiveId" clId="{4B589131-D45C-495F-8231-40937F1799E8}" dt="2020-12-07T09:55:35.752" v="0" actId="20577"/>
        <pc:sldMkLst>
          <pc:docMk/>
          <pc:sldMk cId="1591634572" sldId="330"/>
        </pc:sldMkLst>
        <pc:spChg chg="mod">
          <ac:chgData name="Sándor Pecsora" userId="810b1d013327c237" providerId="LiveId" clId="{4B589131-D45C-495F-8231-40937F1799E8}" dt="2020-12-07T09:55:35.752" v="0" actId="20577"/>
          <ac:spMkLst>
            <pc:docMk/>
            <pc:sldMk cId="1591634572" sldId="330"/>
            <ac:spMk id="1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8D181-6501-4CD6-ADAA-357D1FDA1029}" type="datetimeFigureOut">
              <a:rPr lang="hu-HU" smtClean="0"/>
              <a:t>2024. 09. 28.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B4519-444B-4F56-B3DB-AC5AAF91806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10441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90626" y="1346947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0626" y="4299697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90626" y="1484779"/>
            <a:ext cx="7667244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475220" cy="2867474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2024. 09. 28.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94550" y="4289334"/>
            <a:ext cx="895401" cy="640080"/>
          </a:xfrm>
        </p:spPr>
        <p:txBody>
          <a:bodyPr/>
          <a:lstStyle>
            <a:lvl1pPr>
              <a:defRPr sz="2100"/>
            </a:lvl1pPr>
          </a:lstStyle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00897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Clr>
                <a:schemeClr val="accent3">
                  <a:lumMod val="50000"/>
                </a:schemeClr>
              </a:buClr>
              <a:buNone/>
              <a:defRPr sz="2000"/>
            </a:lvl1pPr>
            <a:lvl2pPr marL="205740" indent="0">
              <a:buClr>
                <a:schemeClr val="accent3">
                  <a:lumMod val="50000"/>
                </a:schemeClr>
              </a:buClr>
              <a:buNone/>
              <a:defRPr sz="1800"/>
            </a:lvl2pPr>
            <a:lvl3pPr marL="411480" indent="0">
              <a:buClr>
                <a:schemeClr val="accent3">
                  <a:lumMod val="50000"/>
                </a:schemeClr>
              </a:buClr>
              <a:buNone/>
              <a:defRPr sz="1800"/>
            </a:lvl3pPr>
            <a:lvl4pPr marL="617220" indent="0">
              <a:buClr>
                <a:schemeClr val="accent3">
                  <a:lumMod val="50000"/>
                </a:schemeClr>
              </a:buClr>
              <a:buNone/>
              <a:defRPr sz="1800"/>
            </a:lvl4pPr>
            <a:lvl5pPr marL="822960" indent="0">
              <a:buClr>
                <a:schemeClr val="accent3">
                  <a:lumMod val="50000"/>
                </a:schemeClr>
              </a:buClr>
              <a:buNone/>
              <a:defRPr sz="18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2024. 09. 28.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4973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0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1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/>
          <a:p>
            <a:fld id="{FB78DAAF-0C17-4703-AEE3-44267674DFC7}" type="datetimeFigureOut">
              <a:rPr lang="hu-HU" smtClean="0"/>
              <a:t>2024. 09. 28.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7031" y="6272785"/>
            <a:ext cx="4745736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2776" y="2506133"/>
            <a:ext cx="891224" cy="720332"/>
          </a:xfrm>
        </p:spPr>
        <p:txBody>
          <a:bodyPr/>
          <a:lstStyle>
            <a:lvl1pPr>
              <a:defRPr sz="2100"/>
            </a:lvl1pPr>
          </a:lstStyle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78234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2386" y="2194560"/>
            <a:ext cx="3566160" cy="3977640"/>
          </a:xfrm>
        </p:spPr>
        <p:txBody>
          <a:bodyPr>
            <a:normAutofit/>
          </a:bodyPr>
          <a:lstStyle>
            <a:lvl1pPr>
              <a:buClr>
                <a:schemeClr val="accent3">
                  <a:lumMod val="75000"/>
                </a:schemeClr>
              </a:buClr>
              <a:defRPr sz="2000"/>
            </a:lvl1pPr>
            <a:lvl2pPr>
              <a:buClr>
                <a:schemeClr val="accent3">
                  <a:lumMod val="75000"/>
                </a:schemeClr>
              </a:buClr>
              <a:defRPr sz="1800"/>
            </a:lvl2pPr>
            <a:lvl3pPr>
              <a:buClr>
                <a:schemeClr val="accent3">
                  <a:lumMod val="75000"/>
                </a:schemeClr>
              </a:buClr>
              <a:defRPr sz="1800"/>
            </a:lvl3pPr>
            <a:lvl4pPr>
              <a:buClr>
                <a:schemeClr val="accent3">
                  <a:lumMod val="75000"/>
                </a:schemeClr>
              </a:buClr>
              <a:defRPr sz="1800"/>
            </a:lvl4pPr>
            <a:lvl5pPr>
              <a:buClr>
                <a:schemeClr val="accent3">
                  <a:lumMod val="75000"/>
                </a:schemeClr>
              </a:buClr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3168" y="2194560"/>
            <a:ext cx="3566160" cy="3977640"/>
          </a:xfrm>
        </p:spPr>
        <p:txBody>
          <a:bodyPr>
            <a:normAutofit/>
          </a:bodyPr>
          <a:lstStyle>
            <a:lvl1pPr>
              <a:buClr>
                <a:schemeClr val="accent3">
                  <a:lumMod val="75000"/>
                </a:schemeClr>
              </a:buClr>
              <a:defRPr sz="2000"/>
            </a:lvl1pPr>
            <a:lvl2pPr>
              <a:buClr>
                <a:schemeClr val="accent3">
                  <a:lumMod val="75000"/>
                </a:schemeClr>
              </a:buClr>
              <a:defRPr sz="1800"/>
            </a:lvl2pPr>
            <a:lvl3pPr>
              <a:buClr>
                <a:schemeClr val="accent3">
                  <a:lumMod val="75000"/>
                </a:schemeClr>
              </a:buClr>
              <a:defRPr sz="1800"/>
            </a:lvl3pPr>
            <a:lvl4pPr>
              <a:buClr>
                <a:schemeClr val="accent3">
                  <a:lumMod val="75000"/>
                </a:schemeClr>
              </a:buClr>
              <a:defRPr sz="1800"/>
            </a:lvl4pPr>
            <a:lvl5pPr>
              <a:buClr>
                <a:schemeClr val="accent3">
                  <a:lumMod val="75000"/>
                </a:schemeClr>
              </a:buClr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2024. 09. 28.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55923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2048256"/>
            <a:ext cx="356616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386" y="2743200"/>
            <a:ext cx="3566160" cy="3291840"/>
          </a:xfrm>
        </p:spPr>
        <p:txBody>
          <a:bodyPr>
            <a:normAutofit/>
          </a:bodyPr>
          <a:lstStyle>
            <a:lvl1pPr>
              <a:buClr>
                <a:schemeClr val="accent3">
                  <a:lumMod val="75000"/>
                </a:schemeClr>
              </a:buClr>
              <a:defRPr sz="2000"/>
            </a:lvl1pPr>
            <a:lvl2pPr>
              <a:buClr>
                <a:schemeClr val="accent3">
                  <a:lumMod val="75000"/>
                </a:schemeClr>
              </a:buClr>
              <a:defRPr sz="1800"/>
            </a:lvl2pPr>
            <a:lvl3pPr>
              <a:buClr>
                <a:schemeClr val="accent3">
                  <a:lumMod val="75000"/>
                </a:schemeClr>
              </a:buClr>
              <a:defRPr sz="1800"/>
            </a:lvl3pPr>
            <a:lvl4pPr>
              <a:buClr>
                <a:schemeClr val="accent3">
                  <a:lumMod val="75000"/>
                </a:schemeClr>
              </a:buClr>
              <a:defRPr sz="1800"/>
            </a:lvl4pPr>
            <a:lvl5pPr>
              <a:buClr>
                <a:schemeClr val="accent3">
                  <a:lumMod val="75000"/>
                </a:schemeClr>
              </a:buClr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3168" y="2048256"/>
            <a:ext cx="356616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3168" y="2743200"/>
            <a:ext cx="3566160" cy="3291840"/>
          </a:xfrm>
        </p:spPr>
        <p:txBody>
          <a:bodyPr>
            <a:normAutofit/>
          </a:bodyPr>
          <a:lstStyle>
            <a:lvl1pPr>
              <a:buClr>
                <a:schemeClr val="accent3">
                  <a:lumMod val="75000"/>
                </a:schemeClr>
              </a:buClr>
              <a:defRPr sz="2000"/>
            </a:lvl1pPr>
            <a:lvl2pPr>
              <a:buClr>
                <a:schemeClr val="accent3">
                  <a:lumMod val="75000"/>
                </a:schemeClr>
              </a:buClr>
              <a:defRPr sz="1800"/>
            </a:lvl2pPr>
            <a:lvl3pPr>
              <a:buClr>
                <a:schemeClr val="accent3">
                  <a:lumMod val="75000"/>
                </a:schemeClr>
              </a:buClr>
              <a:defRPr sz="1800"/>
            </a:lvl3pPr>
            <a:lvl4pPr>
              <a:buClr>
                <a:schemeClr val="accent3">
                  <a:lumMod val="75000"/>
                </a:schemeClr>
              </a:buClr>
              <a:defRPr sz="1800"/>
            </a:lvl4pPr>
            <a:lvl5pPr>
              <a:buClr>
                <a:schemeClr val="accent3">
                  <a:lumMod val="75000"/>
                </a:schemeClr>
              </a:buClr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2024. 09. 28.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94577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2024. 09. 28.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76311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2024. 09. 28.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20088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400" b="1">
                <a:solidFill>
                  <a:srgbClr val="002060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>
            <a:normAutofit/>
          </a:bodyPr>
          <a:lstStyle>
            <a:lvl1pPr>
              <a:buClr>
                <a:schemeClr val="accent3">
                  <a:lumMod val="75000"/>
                </a:schemeClr>
              </a:buClr>
              <a:defRPr sz="2400"/>
            </a:lvl1pPr>
            <a:lvl2pPr>
              <a:buClr>
                <a:schemeClr val="accent3">
                  <a:lumMod val="75000"/>
                </a:schemeClr>
              </a:buClr>
              <a:defRPr sz="2000"/>
            </a:lvl2pPr>
            <a:lvl3pPr>
              <a:buClr>
                <a:schemeClr val="accent3">
                  <a:lumMod val="75000"/>
                </a:schemeClr>
              </a:buClr>
              <a:defRPr sz="2000"/>
            </a:lvl3pPr>
            <a:lvl4pPr>
              <a:buClr>
                <a:schemeClr val="accent3">
                  <a:lumMod val="75000"/>
                </a:schemeClr>
              </a:buClr>
              <a:defRPr sz="2000"/>
            </a:lvl4pPr>
            <a:lvl5pPr>
              <a:buClr>
                <a:schemeClr val="accent3">
                  <a:lumMod val="75000"/>
                </a:schemeClr>
              </a:buClr>
              <a:defRPr sz="20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2024. 09. 28.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8551294" y="6229681"/>
            <a:ext cx="3429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65212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400" b="1">
                <a:solidFill>
                  <a:srgbClr val="002060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2024. 09. 28.</a:t>
            </a:fld>
            <a:endParaRPr lang="hu-HU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8551294" y="6229681"/>
            <a:ext cx="3429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1194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2024. 09. 28.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03186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2024. 09. 28.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38833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Chart">
  <p:cSld name="Cím, szöveg és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7467600" cy="9906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648200" y="1981200"/>
            <a:ext cx="3810000" cy="4114800"/>
          </a:xfrm>
        </p:spPr>
        <p:txBody>
          <a:bodyPr rtlCol="0">
            <a:normAutofit/>
          </a:bodyPr>
          <a:lstStyle/>
          <a:p>
            <a:pPr lvl="0"/>
            <a:r>
              <a:rPr lang="hu-HU" noProof="0"/>
              <a:t>Diagram beszúrásához kattintson az ikonra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82438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8000"/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2121408"/>
            <a:ext cx="75438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331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2"/>
                </a:solidFill>
              </a:defRPr>
            </a:lvl1pPr>
          </a:lstStyle>
          <a:p>
            <a:fld id="{FB78DAAF-0C17-4703-AEE3-44267674DFC7}" type="datetimeFigureOut">
              <a:rPr lang="hu-HU" smtClean="0"/>
              <a:t>2024. 09. 28.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6102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8551294" y="6229681"/>
            <a:ext cx="3429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rgbClr val="FFFFFF"/>
                </a:solidFill>
                <a:latin typeface="+mj-lt"/>
              </a:defRPr>
            </a:lvl1pPr>
          </a:lstStyle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61078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0" r:id="rId7"/>
    <p:sldLayoutId id="2147483911" r:id="rId8"/>
    <p:sldLayoutId id="2147483912" r:id="rId9"/>
    <p:sldLayoutId id="2147483913" r:id="rId10"/>
    <p:sldLayoutId id="2147483914" r:id="rId11"/>
    <p:sldLayoutId id="214748391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50" kern="1200" cap="all" baseline="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41.png"/><Relationship Id="rId4" Type="http://schemas.openxmlformats.org/officeDocument/2006/relationships/image" Target="../media/image3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5.png"/><Relationship Id="rId3" Type="http://schemas.openxmlformats.org/officeDocument/2006/relationships/image" Target="../media/image50.png"/><Relationship Id="rId7" Type="http://schemas.openxmlformats.org/officeDocument/2006/relationships/image" Target="../media/image90.png"/><Relationship Id="rId12" Type="http://schemas.openxmlformats.org/officeDocument/2006/relationships/image" Target="../media/image14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13.png"/><Relationship Id="rId5" Type="http://schemas.openxmlformats.org/officeDocument/2006/relationships/image" Target="../media/image70.png"/><Relationship Id="rId10" Type="http://schemas.openxmlformats.org/officeDocument/2006/relationships/image" Target="../media/image120.png"/><Relationship Id="rId4" Type="http://schemas.openxmlformats.org/officeDocument/2006/relationships/image" Target="../media/image60.png"/><Relationship Id="rId9" Type="http://schemas.openxmlformats.org/officeDocument/2006/relationships/image" Target="../media/image111.png"/><Relationship Id="rId1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8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3" Type="http://schemas.openxmlformats.org/officeDocument/2006/relationships/image" Target="../media/image200.png"/><Relationship Id="rId7" Type="http://schemas.openxmlformats.org/officeDocument/2006/relationships/image" Target="../media/image24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5" Type="http://schemas.openxmlformats.org/officeDocument/2006/relationships/image" Target="../media/image220.png"/><Relationship Id="rId4" Type="http://schemas.openxmlformats.org/officeDocument/2006/relationships/image" Target="../media/image210.png"/><Relationship Id="rId9" Type="http://schemas.openxmlformats.org/officeDocument/2006/relationships/image" Target="../media/image26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thworks.com/help/examples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486032" y="758952"/>
            <a:ext cx="8328454" cy="2670048"/>
          </a:xfrm>
        </p:spPr>
        <p:txBody>
          <a:bodyPr>
            <a:noAutofit/>
          </a:bodyPr>
          <a:lstStyle/>
          <a:p>
            <a:r>
              <a:rPr lang="en-US" sz="4000" dirty="0"/>
              <a:t>Applied Statistics,</a:t>
            </a:r>
            <a:br>
              <a:rPr lang="en-US" sz="4000" dirty="0"/>
            </a:br>
            <a:r>
              <a:rPr lang="en-US" sz="4000" dirty="0"/>
              <a:t>Probability theory and mathematical statistics</a:t>
            </a:r>
            <a:endParaRPr lang="en-GB" sz="4000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709928"/>
          </a:xfrm>
        </p:spPr>
        <p:txBody>
          <a:bodyPr>
            <a:normAutofit/>
          </a:bodyPr>
          <a:lstStyle/>
          <a:p>
            <a:r>
              <a:rPr lang="en-GB" dirty="0"/>
              <a:t>Independence of events</a:t>
            </a:r>
            <a:endParaRPr lang="hu-HU" dirty="0"/>
          </a:p>
          <a:p>
            <a:r>
              <a:rPr lang="en-US" dirty="0"/>
              <a:t>Discrete random variables,</a:t>
            </a:r>
          </a:p>
          <a:p>
            <a:r>
              <a:rPr lang="en-US" dirty="0"/>
              <a:t>Parameters of discrete random variables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002A1929-D361-4830-B28B-82105341B8EC}"/>
              </a:ext>
            </a:extLst>
          </p:cNvPr>
          <p:cNvSpPr txBox="1"/>
          <p:nvPr/>
        </p:nvSpPr>
        <p:spPr>
          <a:xfrm>
            <a:off x="2241176" y="3542200"/>
            <a:ext cx="46526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/>
              <a:t>Attila Barta, Sándor Pecsora</a:t>
            </a:r>
          </a:p>
        </p:txBody>
      </p:sp>
    </p:spTree>
    <p:extLst>
      <p:ext uri="{BB962C8B-B14F-4D97-AF65-F5344CB8AC3E}">
        <p14:creationId xmlns:p14="http://schemas.microsoft.com/office/powerpoint/2010/main" val="3735662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2D050"/>
                </a:solidFill>
                <a:cs typeface="Arial" panose="020B0604020202020204" pitchFamily="34" charset="0"/>
              </a:rPr>
              <a:t>Exercise </a:t>
            </a:r>
            <a:r>
              <a:rPr lang="hu-HU" dirty="0">
                <a:solidFill>
                  <a:srgbClr val="92D050"/>
                </a:solidFill>
                <a:cs typeface="Arial" panose="020B0604020202020204" pitchFamily="34" charset="0"/>
              </a:rPr>
              <a:t>6</a:t>
            </a:r>
            <a:r>
              <a:rPr lang="en-US" dirty="0">
                <a:solidFill>
                  <a:srgbClr val="92D050"/>
                </a:solidFill>
                <a:cs typeface="Arial" panose="020B0604020202020204" pitchFamily="34" charset="0"/>
              </a:rPr>
              <a:t>.</a:t>
            </a:r>
            <a:r>
              <a:rPr lang="hu-HU" dirty="0">
                <a:solidFill>
                  <a:srgbClr val="92D050"/>
                </a:solidFill>
                <a:cs typeface="Arial" panose="020B0604020202020204" pitchFamily="34" charset="0"/>
              </a:rPr>
              <a:t>1</a:t>
            </a:r>
            <a:r>
              <a:rPr lang="en-GB" dirty="0">
                <a:solidFill>
                  <a:schemeClr val="tx1"/>
                </a:solidFill>
                <a:cs typeface="Arial" panose="020B0604020202020204" pitchFamily="34" charset="0"/>
              </a:rPr>
              <a:t> (M</a:t>
            </a: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r>
              <a:rPr lang="en-GB" dirty="0">
                <a:solidFill>
                  <a:schemeClr val="tx1"/>
                </a:solidFill>
                <a:cs typeface="Arial" panose="020B0604020202020204" pitchFamily="34" charset="0"/>
              </a:rPr>
              <a:t>)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1066799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 coin is tossed ten times. Let A denote the event that there are both heads and tails</a:t>
            </a:r>
            <a:r>
              <a:rPr lang="hu-HU" dirty="0"/>
              <a:t> </a:t>
            </a:r>
            <a:r>
              <a:rPr lang="en-US" dirty="0"/>
              <a:t>among the results, while B denotes the event that there is at most one tail among</a:t>
            </a:r>
            <a:r>
              <a:rPr lang="hu-HU" dirty="0"/>
              <a:t> </a:t>
            </a:r>
            <a:r>
              <a:rPr lang="en-US" dirty="0"/>
              <a:t>them. Are A and B independent?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zövegdoboz 9"/>
              <p:cNvSpPr txBox="1"/>
              <p:nvPr/>
            </p:nvSpPr>
            <p:spPr>
              <a:xfrm>
                <a:off x="822959" y="2971800"/>
                <a:ext cx="4777462" cy="5629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𝑡h𝑒𝑟𝑒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𝑎𝑡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𝑙𝑒𝑎𝑠𝑡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h𝑒𝑎𝑑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𝑎𝑡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𝑙𝑒𝑎𝑠𝑡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𝑡𝑎𝑖𝑙</m:t>
                      </m:r>
                    </m:oMath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𝑡h𝑒𝑟𝑒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𝑎𝑡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𝑚𝑜𝑠𝑡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𝑜𝑛𝑒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𝑡𝑎𝑖𝑙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Szövegdoboz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59" y="2971800"/>
                <a:ext cx="4777462" cy="562911"/>
              </a:xfrm>
              <a:prstGeom prst="rect">
                <a:avLst/>
              </a:prstGeom>
              <a:blipFill rotWithShape="0">
                <a:blip r:embed="rId2"/>
                <a:stretch>
                  <a:fillRect l="-638" r="-638" b="-10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zövegdoboz 10"/>
              <p:cNvSpPr txBox="1"/>
              <p:nvPr/>
            </p:nvSpPr>
            <p:spPr>
              <a:xfrm>
                <a:off x="822959" y="3643084"/>
                <a:ext cx="1895968" cy="730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)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hu-HU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?</m:t>
                            </m:r>
                          </m:e>
                        </m:mr>
                        <m:mr>
                          <m:e>
                            <m:r>
                              <a:rPr lang="hu-HU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</m:mr>
                        <m:mr>
                          <m:e/>
                        </m:mr>
                      </m:m>
                      <m:r>
                        <a:rPr lang="hu-HU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hu-HU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Szövegdoboz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59" y="3643084"/>
                <a:ext cx="1895968" cy="7307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Szövegdoboz 11"/>
              <p:cNvSpPr txBox="1"/>
              <p:nvPr/>
            </p:nvSpPr>
            <p:spPr>
              <a:xfrm>
                <a:off x="822959" y="4515705"/>
                <a:ext cx="251075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sSup>
                            <m:sSup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p>
                          </m:sSup>
                        </m:den>
                      </m:f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sup>
                          </m:sSup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sSup>
                            <m:sSup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Szövegdoboz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59" y="4515705"/>
                <a:ext cx="2510751" cy="55399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Szövegdoboz 12"/>
              <p:cNvSpPr txBox="1"/>
              <p:nvPr/>
            </p:nvSpPr>
            <p:spPr>
              <a:xfrm>
                <a:off x="821612" y="5178076"/>
                <a:ext cx="2142894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1+10</m:t>
                          </m:r>
                        </m:num>
                        <m:den>
                          <m:sSup>
                            <m:sSup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p>
                          </m:sSup>
                        </m:den>
                      </m:f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sSup>
                            <m:sSup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Szövegdoboz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612" y="5178076"/>
                <a:ext cx="2142894" cy="51860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Szövegdoboz 13"/>
              <p:cNvSpPr txBox="1"/>
              <p:nvPr/>
            </p:nvSpPr>
            <p:spPr>
              <a:xfrm>
                <a:off x="4594859" y="3643084"/>
                <a:ext cx="1326965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sSup>
                            <m:sSup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Szövegdoboz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859" y="3643084"/>
                <a:ext cx="1326965" cy="51860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Szövegdoboz 14"/>
              <p:cNvSpPr txBox="1"/>
              <p:nvPr/>
            </p:nvSpPr>
            <p:spPr>
              <a:xfrm>
                <a:off x="4594859" y="4892239"/>
                <a:ext cx="1913537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sSup>
                            <m:sSup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p>
                          </m:sSup>
                        </m:den>
                      </m:f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f>
                        <m:f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sSup>
                            <m:sSupPr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p>
                          </m:sSup>
                        </m:den>
                      </m:f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sup>
                          </m:sSup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sSup>
                            <m:sSupPr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Szövegdoboz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859" y="4892239"/>
                <a:ext cx="1913537" cy="55399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972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Exercise </a:t>
            </a: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6</a:t>
            </a:r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.</a:t>
            </a: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r>
              <a:rPr lang="en-GB" dirty="0">
                <a:solidFill>
                  <a:schemeClr val="tx1"/>
                </a:solidFill>
                <a:cs typeface="Arial" panose="020B0604020202020204" pitchFamily="34" charset="0"/>
              </a:rPr>
              <a:t> (M</a:t>
            </a: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r>
              <a:rPr lang="en-GB" dirty="0">
                <a:solidFill>
                  <a:schemeClr val="tx1"/>
                </a:solidFill>
                <a:cs typeface="Arial" panose="020B0604020202020204" pitchFamily="34" charset="0"/>
              </a:rPr>
              <a:t>)</a:t>
            </a:r>
            <a:b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</a:b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MATLAB </a:t>
            </a:r>
            <a:r>
              <a:rPr lang="en-GB" dirty="0">
                <a:solidFill>
                  <a:schemeClr val="tx1"/>
                </a:solidFill>
                <a:cs typeface="Arial" panose="020B0604020202020204" pitchFamily="34" charset="0"/>
              </a:rPr>
              <a:t>solution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Tartalom helye 2"/>
          <p:cNvSpPr>
            <a:spLocks noGrp="1"/>
          </p:cNvSpPr>
          <p:nvPr/>
        </p:nvSpPr>
        <p:spPr>
          <a:xfrm>
            <a:off x="800100" y="1688948"/>
            <a:ext cx="7543801" cy="4797910"/>
          </a:xfrm>
          <a:prstGeom prst="rect">
            <a:avLst/>
          </a:prstGeom>
        </p:spPr>
        <p:txBody>
          <a:bodyPr vert="horz" lIns="0" tIns="45720" rIns="0" bIns="45720" rtlCol="0">
            <a:normAutofit fontScale="775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 = 10^7;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A = 0;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B = 0;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AB = 0;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=1:N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sim =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randi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(2,1,10)-1;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s = sum(sim);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if s&gt;0 &amp; s&lt;10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A = A+1;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end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if s&lt;=1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B = B+1;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end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if s==1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AB = AB+1;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end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(A/N) * (B/N)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AB/N</a:t>
            </a:r>
          </a:p>
        </p:txBody>
      </p:sp>
    </p:spTree>
    <p:extLst>
      <p:ext uri="{BB962C8B-B14F-4D97-AF65-F5344CB8AC3E}">
        <p14:creationId xmlns:p14="http://schemas.microsoft.com/office/powerpoint/2010/main" val="3579269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2D050"/>
                </a:solidFill>
                <a:cs typeface="Arial" panose="020B0604020202020204" pitchFamily="34" charset="0"/>
              </a:rPr>
              <a:t>Exercise </a:t>
            </a:r>
            <a:r>
              <a:rPr lang="hu-HU" dirty="0">
                <a:solidFill>
                  <a:srgbClr val="92D050"/>
                </a:solidFill>
                <a:cs typeface="Arial" panose="020B0604020202020204" pitchFamily="34" charset="0"/>
              </a:rPr>
              <a:t>6.3</a:t>
            </a:r>
            <a:endParaRPr lang="en-GB" dirty="0">
              <a:solidFill>
                <a:srgbClr val="92D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822959" y="1845734"/>
                <a:ext cx="7543801" cy="2794000"/>
              </a:xfrm>
            </p:spPr>
            <p:txBody>
              <a:bodyPr/>
              <a:lstStyle/>
              <a:p>
                <a:r>
                  <a:rPr lang="en-US" dirty="0"/>
                  <a:t>In a box we have 8 cards numbered from 1 to 8. A card is chosen randomly. Let events</a:t>
                </a:r>
                <a:r>
                  <a:rPr lang="hu-HU" dirty="0"/>
                  <a:t> </a:t>
                </a:r>
                <a:r>
                  <a:rPr lang="en-US" dirty="0"/>
                  <a:t>A, B and C denote the following:</a:t>
                </a:r>
                <a:endParaRPr lang="hu-HU" dirty="0"/>
              </a:p>
              <a:p>
                <a:r>
                  <a:rPr lang="en-US" dirty="0"/>
                  <a:t>A: the chosen number is even;</a:t>
                </a:r>
              </a:p>
              <a:p>
                <a:r>
                  <a:rPr lang="en-US" dirty="0"/>
                  <a:t>B: the chosen number is not greater than 4;</a:t>
                </a:r>
              </a:p>
              <a:p>
                <a:r>
                  <a:rPr lang="en-US" dirty="0"/>
                  <a:t>C: the chosen number is either 2 or greater than 5.</a:t>
                </a:r>
              </a:p>
              <a:p>
                <a:r>
                  <a:rPr lang="en-GB" dirty="0"/>
                  <a:t>Show that</a:t>
                </a:r>
                <a14:m>
                  <m:oMath xmlns:m="http://schemas.openxmlformats.org/officeDocument/2006/math">
                    <m:r>
                      <a:rPr lang="hu-HU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𝐴𝐵𝐶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hu-HU" dirty="0"/>
                  <a:t> </a:t>
                </a:r>
                <a:r>
                  <a:rPr lang="en-US" dirty="0"/>
                  <a:t>and the three events are not mutually independent.</a:t>
                </a:r>
                <a:endParaRPr lang="en-GB" dirty="0"/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959" y="1845734"/>
                <a:ext cx="7543801" cy="2794000"/>
              </a:xfrm>
              <a:blipFill rotWithShape="0">
                <a:blip r:embed="rId2"/>
                <a:stretch>
                  <a:fillRect l="-808" t="-2402" b="-15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Szövegdoboz 3"/>
              <p:cNvSpPr txBox="1"/>
              <p:nvPr/>
            </p:nvSpPr>
            <p:spPr>
              <a:xfrm>
                <a:off x="897466" y="4621106"/>
                <a:ext cx="970522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Szövegdoboz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466" y="4621106"/>
                <a:ext cx="970522" cy="51860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Szövegdoboz 34"/>
              <p:cNvSpPr txBox="1"/>
              <p:nvPr/>
            </p:nvSpPr>
            <p:spPr>
              <a:xfrm>
                <a:off x="897466" y="5194118"/>
                <a:ext cx="980910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5" name="Szövegdoboz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466" y="5194118"/>
                <a:ext cx="980910" cy="51860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Szövegdoboz 35"/>
              <p:cNvSpPr txBox="1"/>
              <p:nvPr/>
            </p:nvSpPr>
            <p:spPr>
              <a:xfrm>
                <a:off x="907854" y="5767131"/>
                <a:ext cx="970522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6" name="Szövegdoboz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854" y="5767131"/>
                <a:ext cx="970522" cy="51860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Szövegdoboz 36"/>
              <p:cNvSpPr txBox="1"/>
              <p:nvPr/>
            </p:nvSpPr>
            <p:spPr>
              <a:xfrm>
                <a:off x="3132666" y="4621106"/>
                <a:ext cx="1268552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𝐴𝐵𝐶</m:t>
                          </m:r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7" name="Szövegdoboz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2666" y="4621106"/>
                <a:ext cx="1268552" cy="520399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Szövegdoboz 37"/>
              <p:cNvSpPr txBox="1"/>
              <p:nvPr/>
            </p:nvSpPr>
            <p:spPr>
              <a:xfrm>
                <a:off x="3132666" y="5194118"/>
                <a:ext cx="19647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𝐴𝐶</m:t>
                          </m:r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8" name="Szövegdoboz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2666" y="5194118"/>
                <a:ext cx="1964705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2484" b="-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7652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5" grpId="0"/>
      <p:bldP spid="36" grpId="0"/>
      <p:bldP spid="37" grpId="0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2D050"/>
                </a:solidFill>
                <a:cs typeface="Arial" panose="020B0604020202020204" pitchFamily="34" charset="0"/>
              </a:rPr>
              <a:t>Exercise </a:t>
            </a:r>
            <a:r>
              <a:rPr lang="hu-HU" dirty="0">
                <a:solidFill>
                  <a:srgbClr val="92D050"/>
                </a:solidFill>
                <a:cs typeface="Arial" panose="020B0604020202020204" pitchFamily="34" charset="0"/>
              </a:rPr>
              <a:t>6.7 </a:t>
            </a: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(M2)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22959" y="1660320"/>
            <a:ext cx="7543801" cy="1281514"/>
          </a:xfrm>
        </p:spPr>
        <p:txBody>
          <a:bodyPr/>
          <a:lstStyle/>
          <a:p>
            <a:pPr algn="just"/>
            <a:r>
              <a:rPr lang="en-US" dirty="0"/>
              <a:t>Two soldiers shoot on a target in turn until the </a:t>
            </a:r>
            <a:r>
              <a:rPr lang="en-GB" dirty="0"/>
              <a:t>first </a:t>
            </a:r>
            <a:r>
              <a:rPr lang="en-US" dirty="0"/>
              <a:t>hit. The probability that the starter</a:t>
            </a:r>
            <a:r>
              <a:rPr lang="hu-HU" dirty="0"/>
              <a:t> </a:t>
            </a:r>
            <a:r>
              <a:rPr lang="en-US" dirty="0"/>
              <a:t>hits it is 0</a:t>
            </a:r>
            <a:r>
              <a:rPr lang="hu-HU" dirty="0"/>
              <a:t>.</a:t>
            </a:r>
            <a:r>
              <a:rPr lang="en-US" dirty="0"/>
              <a:t>2, while the second hits it with probability 0</a:t>
            </a:r>
            <a:r>
              <a:rPr lang="hu-HU" dirty="0"/>
              <a:t>.</a:t>
            </a:r>
            <a:r>
              <a:rPr lang="en-US" dirty="0"/>
              <a:t>3. What is the probability</a:t>
            </a:r>
            <a:r>
              <a:rPr lang="hu-HU" dirty="0"/>
              <a:t> </a:t>
            </a:r>
            <a:r>
              <a:rPr lang="en-US" dirty="0"/>
              <a:t>that the </a:t>
            </a:r>
            <a:r>
              <a:rPr lang="en-GB" dirty="0"/>
              <a:t>first </a:t>
            </a:r>
            <a:r>
              <a:rPr lang="en-US" dirty="0"/>
              <a:t>successful shot belongs to the soldier who started the shooting?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zövegdoboz 5"/>
              <p:cNvSpPr txBox="1"/>
              <p:nvPr/>
            </p:nvSpPr>
            <p:spPr>
              <a:xfrm>
                <a:off x="905256" y="3252816"/>
                <a:ext cx="74812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𝑝𝑟𝑜𝑏𝑎𝑏𝑖𝑙𝑖𝑡𝑦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𝑡h𝑎𝑡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𝑓𝑖𝑟𝑠𝑡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𝑠𝑜𝑙𝑑𝑖𝑒𝑟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h𝑖𝑡𝑠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𝑡𝑎𝑟𝑔𝑒𝑡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Szövegdoboz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" y="3252816"/>
                <a:ext cx="7481279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326" t="-4444" r="-163" b="-3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Szövegdoboz 24"/>
              <p:cNvSpPr txBox="1"/>
              <p:nvPr/>
            </p:nvSpPr>
            <p:spPr>
              <a:xfrm>
                <a:off x="905256" y="3664296"/>
                <a:ext cx="76966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𝑝𝑟𝑜𝑏𝑎𝑏𝑖𝑙𝑖𝑡𝑦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𝑡h𝑎𝑡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𝑠𝑒𝑐𝑜𝑛𝑑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𝑠𝑜𝑙𝑑𝑖𝑒𝑟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h𝑖𝑡𝑠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𝑡𝑎𝑟𝑔𝑒𝑡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Szövegdoboz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" y="3664296"/>
                <a:ext cx="7696659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317" t="-2174" r="-158" b="-326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Szövegdoboz 8"/>
              <p:cNvSpPr txBox="1"/>
              <p:nvPr/>
            </p:nvSpPr>
            <p:spPr>
              <a:xfrm>
                <a:off x="905256" y="4077900"/>
                <a:ext cx="1279004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Szövegdoboz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" y="4077900"/>
                <a:ext cx="1279004" cy="52039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Szövegdoboz 25"/>
              <p:cNvSpPr txBox="1"/>
              <p:nvPr/>
            </p:nvSpPr>
            <p:spPr>
              <a:xfrm>
                <a:off x="905256" y="4734904"/>
                <a:ext cx="2332690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hu-HU" i="1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Szövegdoboz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" y="4734904"/>
                <a:ext cx="2332690" cy="52039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Szövegdoboz 26"/>
              <p:cNvSpPr txBox="1"/>
              <p:nvPr/>
            </p:nvSpPr>
            <p:spPr>
              <a:xfrm>
                <a:off x="905256" y="2835713"/>
                <a:ext cx="64519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𝑝𝑟𝑜𝑏𝑎𝑏𝑖𝑙𝑖𝑡𝑦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𝑡h𝑎𝑡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𝑓𝑖𝑟𝑠𝑡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𝑠𝑜𝑙𝑑𝑖𝑒𝑟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h𝑖𝑡𝑠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𝑡𝑎𝑟𝑔𝑒𝑡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𝑓𝑖𝑟𝑠𝑡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Szövegdoboz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" y="2835713"/>
                <a:ext cx="6451959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473" t="-2174" r="-756" b="-326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Szövegdoboz 27"/>
              <p:cNvSpPr txBox="1"/>
              <p:nvPr/>
            </p:nvSpPr>
            <p:spPr>
              <a:xfrm>
                <a:off x="0" y="5391908"/>
                <a:ext cx="8986691" cy="7555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+…=</m:t>
                      </m:r>
                      <m:nary>
                        <m:naryPr>
                          <m:chr m:val="∑"/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0.2×</m:t>
                          </m:r>
                          <m:sSup>
                            <m:sSup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0.8</m:t>
                              </m:r>
                            </m:e>
                            <m:sup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0.7</m:t>
                              </m:r>
                            </m:e>
                            <m:sup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=0.2×</m:t>
                      </m:r>
                      <m:nary>
                        <m:naryPr>
                          <m:chr m:val="∑"/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0.8</m:t>
                              </m:r>
                            </m:e>
                            <m:sup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0.7</m:t>
                              </m:r>
                            </m:e>
                            <m:sup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=0.2×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1−0.56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Szövegdoboz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391908"/>
                <a:ext cx="8986691" cy="75552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5250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5" grpId="0"/>
      <p:bldP spid="9" grpId="0"/>
      <p:bldP spid="26" grpId="0"/>
      <p:bldP spid="27" grpId="0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22959" y="1737361"/>
            <a:ext cx="7543801" cy="4581143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 = 0;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 = 0;   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 = 1000;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=1:n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while true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rand()&lt;.2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f = f+1;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break;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elseif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rand()&lt;.3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s = s+1;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break;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end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end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f/n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0.2 / 0.44</a:t>
            </a:r>
          </a:p>
        </p:txBody>
      </p:sp>
      <p:sp>
        <p:nvSpPr>
          <p:cNvPr id="4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Exercise </a:t>
            </a: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6</a:t>
            </a:r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.</a:t>
            </a: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7</a:t>
            </a:r>
            <a:r>
              <a:rPr lang="en-GB" dirty="0">
                <a:solidFill>
                  <a:schemeClr val="tx1"/>
                </a:solidFill>
                <a:cs typeface="Arial" panose="020B0604020202020204" pitchFamily="34" charset="0"/>
              </a:rPr>
              <a:t> (M</a:t>
            </a: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r>
              <a:rPr lang="en-GB" dirty="0">
                <a:solidFill>
                  <a:schemeClr val="tx1"/>
                </a:solidFill>
                <a:cs typeface="Arial" panose="020B0604020202020204" pitchFamily="34" charset="0"/>
              </a:rPr>
              <a:t>)</a:t>
            </a:r>
            <a:b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</a:b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MATLAB </a:t>
            </a:r>
            <a:r>
              <a:rPr lang="en-GB" dirty="0">
                <a:solidFill>
                  <a:schemeClr val="tx1"/>
                </a:solidFill>
                <a:cs typeface="Arial" panose="020B0604020202020204" pitchFamily="34" charset="0"/>
              </a:rPr>
              <a:t>solution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789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2D050"/>
                </a:solidFill>
                <a:cs typeface="Arial" panose="020B0604020202020204" pitchFamily="34" charset="0"/>
              </a:rPr>
              <a:t>Exercise </a:t>
            </a:r>
            <a:r>
              <a:rPr lang="hu-HU" dirty="0">
                <a:solidFill>
                  <a:srgbClr val="92D050"/>
                </a:solidFill>
                <a:cs typeface="Arial" panose="020B0604020202020204" pitchFamily="34" charset="0"/>
              </a:rPr>
              <a:t>7</a:t>
            </a:r>
            <a:r>
              <a:rPr lang="en-US" dirty="0">
                <a:solidFill>
                  <a:srgbClr val="92D050"/>
                </a:solidFill>
                <a:cs typeface="Arial" panose="020B0604020202020204" pitchFamily="34" charset="0"/>
              </a:rPr>
              <a:t>.</a:t>
            </a:r>
            <a:r>
              <a:rPr lang="hu-HU" dirty="0">
                <a:solidFill>
                  <a:srgbClr val="92D050"/>
                </a:solidFill>
                <a:cs typeface="Arial" panose="020B0604020202020204" pitchFamily="34" charset="0"/>
              </a:rPr>
              <a:t>1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822959" y="1845734"/>
                <a:ext cx="7543801" cy="1583266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Which of the following sequences form a discrete probability distribution?</a:t>
                </a:r>
                <a:endParaRPr lang="hu-HU" dirty="0"/>
              </a:p>
              <a:p>
                <a:pPr marL="457200" indent="-457200">
                  <a:buClrTx/>
                  <a:buFont typeface="+mj-lt"/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hu-HU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GB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hu-HU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4</m:t>
                    </m:r>
                    <m:sSup>
                      <m:sSupPr>
                        <m:ctrlPr>
                          <a:rPr lang="hu-HU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hu-HU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6</m:t>
                    </m:r>
                    <m:sSup>
                      <m:sSupPr>
                        <m:ctrlPr>
                          <a:rPr lang="hu-HU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hu-HU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hu-HU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4</m:t>
                    </m:r>
                    <m:r>
                      <a:rPr lang="en-GB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sSupPr>
                        <m:ctrlPr>
                          <a:rPr lang="hu-HU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hu-HU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hu-HU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hu-HU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; </m:t>
                    </m:r>
                    <m:r>
                      <a:rPr lang="en-GB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GB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GB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; 0&lt;</m:t>
                    </m:r>
                    <m:r>
                      <a:rPr lang="en-GB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&lt;1;</m:t>
                    </m:r>
                  </m:oMath>
                </a14:m>
                <a:endParaRPr lang="hu-HU" dirty="0">
                  <a:solidFill>
                    <a:schemeClr val="tx1"/>
                  </a:solidFill>
                </a:endParaRPr>
              </a:p>
              <a:p>
                <a:pPr marL="457200" indent="-457200">
                  <a:buClrTx/>
                  <a:buFont typeface="+mj-lt"/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hu-HU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hu-HU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hu-HU" b="0" i="1" dirty="0" smtClean="0">
                        <a:latin typeface="Cambria Math" panose="02040503050406030204" pitchFamily="18" charset="0"/>
                      </a:rPr>
                      <m:t>;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; 0&lt;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&lt;1;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=1, 2, …;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959" y="1845734"/>
                <a:ext cx="7543801" cy="1583266"/>
              </a:xfrm>
              <a:blipFill>
                <a:blip r:embed="rId2"/>
                <a:stretch>
                  <a:fillRect l="-2019" t="-4231" r="-2019" b="-3846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Szövegdoboz 3"/>
              <p:cNvSpPr txBox="1"/>
              <p:nvPr/>
            </p:nvSpPr>
            <p:spPr>
              <a:xfrm>
                <a:off x="492759" y="3869266"/>
                <a:ext cx="3351046" cy="366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d>
                            <m:d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e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Szövegdoboz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59" y="3869266"/>
                <a:ext cx="3351046" cy="366190"/>
              </a:xfrm>
              <a:prstGeom prst="rect">
                <a:avLst/>
              </a:prstGeom>
              <a:blipFill rotWithShape="0">
                <a:blip r:embed="rId3"/>
                <a:stretch>
                  <a:fillRect l="-545" r="-1091" b="-2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Szövegdoboz 15"/>
              <p:cNvSpPr txBox="1"/>
              <p:nvPr/>
            </p:nvSpPr>
            <p:spPr>
              <a:xfrm>
                <a:off x="492759" y="4641856"/>
                <a:ext cx="8512587" cy="7555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) </m:t>
                      </m:r>
                      <m:nary>
                        <m:naryPr>
                          <m:chr m:val="∑"/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nary>
                        <m:naryPr>
                          <m:chr m:val="∑"/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𝑝</m:t>
                      </m:r>
                      <m:nary>
                        <m:naryPr>
                          <m:chr m:val="∑"/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hu-HU" i="1">
                          <a:latin typeface="Cambria Math" panose="02040503050406030204" pitchFamily="18" charset="0"/>
                        </a:rPr>
                        <m:t>𝑝</m:t>
                      </m:r>
                      <m:f>
                        <m:fPr>
                          <m:ctrlPr>
                            <a:rPr lang="hu-H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≠1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Szövegdoboz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59" y="4641856"/>
                <a:ext cx="8512587" cy="75552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187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772779"/>
          </a:xfrm>
        </p:spPr>
        <p:txBody>
          <a:bodyPr/>
          <a:lstStyle/>
          <a:p>
            <a:r>
              <a:rPr lang="en-US" dirty="0">
                <a:solidFill>
                  <a:srgbClr val="92D050"/>
                </a:solidFill>
                <a:cs typeface="Arial" panose="020B0604020202020204" pitchFamily="34" charset="0"/>
              </a:rPr>
              <a:t>Exercise </a:t>
            </a:r>
            <a:r>
              <a:rPr lang="hu-HU" dirty="0">
                <a:solidFill>
                  <a:srgbClr val="92D050"/>
                </a:solidFill>
                <a:cs typeface="Arial" panose="020B0604020202020204" pitchFamily="34" charset="0"/>
              </a:rPr>
              <a:t>8</a:t>
            </a:r>
            <a:r>
              <a:rPr lang="en-US" dirty="0">
                <a:solidFill>
                  <a:srgbClr val="92D050"/>
                </a:solidFill>
                <a:cs typeface="Arial" panose="020B0604020202020204" pitchFamily="34" charset="0"/>
              </a:rPr>
              <a:t>.</a:t>
            </a:r>
            <a:r>
              <a:rPr lang="hu-HU" dirty="0">
                <a:solidFill>
                  <a:srgbClr val="92D050"/>
                </a:solidFill>
                <a:cs typeface="Arial" panose="020B0604020202020204" pitchFamily="34" charset="0"/>
              </a:rPr>
              <a:t>1 </a:t>
            </a: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(M3) </a:t>
            </a:r>
            <a:r>
              <a:rPr lang="hu-HU" b="1" dirty="0" err="1">
                <a:solidFill>
                  <a:srgbClr val="FF0000"/>
                </a:solidFill>
                <a:cs typeface="Arial" panose="020B0604020202020204" pitchFamily="34" charset="0"/>
              </a:rPr>
              <a:t>Just</a:t>
            </a:r>
            <a:r>
              <a:rPr lang="hu-HU" b="1" dirty="0">
                <a:solidFill>
                  <a:srgbClr val="FF0000"/>
                </a:solidFill>
                <a:cs typeface="Arial" panose="020B0604020202020204" pitchFamily="34" charset="0"/>
              </a:rPr>
              <a:t> in </a:t>
            </a:r>
            <a:r>
              <a:rPr lang="hu-HU" b="1" dirty="0" err="1">
                <a:solidFill>
                  <a:srgbClr val="FF0000"/>
                </a:solidFill>
                <a:cs typeface="Arial" panose="020B0604020202020204" pitchFamily="34" charset="0"/>
              </a:rPr>
              <a:t>Matlab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22959" y="1091243"/>
            <a:ext cx="7543801" cy="719666"/>
          </a:xfrm>
        </p:spPr>
        <p:txBody>
          <a:bodyPr>
            <a:normAutofit/>
          </a:bodyPr>
          <a:lstStyle/>
          <a:p>
            <a:r>
              <a:rPr lang="en-US" dirty="0"/>
              <a:t>Two dice are rolled till the </a:t>
            </a:r>
            <a:r>
              <a:rPr lang="hu-HU" dirty="0"/>
              <a:t>fi</a:t>
            </a:r>
            <a:r>
              <a:rPr lang="en-US" dirty="0" err="1"/>
              <a:t>rst</a:t>
            </a:r>
            <a:r>
              <a:rPr lang="en-US" dirty="0"/>
              <a:t> six appears on one of them. What is the mean number</a:t>
            </a:r>
            <a:r>
              <a:rPr lang="hu-HU" dirty="0"/>
              <a:t> </a:t>
            </a:r>
            <a:r>
              <a:rPr lang="en-US" dirty="0"/>
              <a:t>of rolls required, inclusive the last one?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zövegdoboz 5"/>
              <p:cNvSpPr txBox="1"/>
              <p:nvPr/>
            </p:nvSpPr>
            <p:spPr>
              <a:xfrm>
                <a:off x="822959" y="1853580"/>
                <a:ext cx="46249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𝑛𝑢𝑚𝑏𝑒𝑟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𝑟𝑜𝑙𝑙𝑠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𝑡𝑖𝑙𝑙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𝑓𝑖𝑟𝑠𝑡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6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𝑎𝑝𝑝𝑒𝑎𝑟𝑒𝑠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Szövegdoboz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59" y="1853580"/>
                <a:ext cx="4624920" cy="276999"/>
              </a:xfrm>
              <a:prstGeom prst="rect">
                <a:avLst/>
              </a:prstGeom>
              <a:blipFill>
                <a:blip r:embed="rId2"/>
                <a:stretch>
                  <a:fillRect l="-1318" t="-2174" r="-791" b="-32609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Szövegdoboz 6"/>
              <p:cNvSpPr txBox="1"/>
              <p:nvPr/>
            </p:nvSpPr>
            <p:spPr>
              <a:xfrm>
                <a:off x="592197" y="4242909"/>
                <a:ext cx="2577822" cy="6828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hu-HU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u-HU" i="1">
                                      <a:latin typeface="Cambria Math" panose="02040503050406030204" pitchFamily="18" charset="0"/>
                                    </a:rPr>
                                    <m:t>25</m:t>
                                  </m:r>
                                </m:num>
                                <m:den>
                                  <m:r>
                                    <a:rPr lang="hu-HU" i="1">
                                      <a:latin typeface="Cambria Math" panose="02040503050406030204" pitchFamily="18" charset="0"/>
                                    </a:rPr>
                                    <m:t>36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hu-HU" i="1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36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Szövegdoboz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97" y="4242909"/>
                <a:ext cx="2577822" cy="68281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églalap 7"/>
              <p:cNvSpPr/>
              <p:nvPr/>
            </p:nvSpPr>
            <p:spPr>
              <a:xfrm>
                <a:off x="250479" y="2136309"/>
                <a:ext cx="2315377" cy="6109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hu-HU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églalap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479" y="2136309"/>
                <a:ext cx="2315377" cy="61093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églalap 8"/>
              <p:cNvSpPr/>
              <p:nvPr/>
            </p:nvSpPr>
            <p:spPr>
              <a:xfrm>
                <a:off x="515316" y="2779105"/>
                <a:ext cx="2155847" cy="6183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</m:d>
                      <m:r>
                        <a:rPr lang="hu-HU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den>
                      </m:f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églalap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316" y="2779105"/>
                <a:ext cx="2155847" cy="61831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églalap 9"/>
              <p:cNvSpPr/>
              <p:nvPr/>
            </p:nvSpPr>
            <p:spPr>
              <a:xfrm>
                <a:off x="512945" y="3511007"/>
                <a:ext cx="2528000" cy="7693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=3</m:t>
                          </m:r>
                        </m:e>
                      </m:d>
                      <m:r>
                        <a:rPr lang="hu-HU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hu-HU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u-HU" i="1">
                                      <a:latin typeface="Cambria Math" panose="02040503050406030204" pitchFamily="18" charset="0"/>
                                    </a:rPr>
                                    <m:t>25</m:t>
                                  </m:r>
                                </m:num>
                                <m:den>
                                  <m:r>
                                    <a:rPr lang="hu-HU" i="1">
                                      <a:latin typeface="Cambria Math" panose="02040503050406030204" pitchFamily="18" charset="0"/>
                                    </a:rPr>
                                    <m:t>36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églalap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945" y="3511007"/>
                <a:ext cx="2528000" cy="76937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Szövegdoboz 4"/>
              <p:cNvSpPr txBox="1"/>
              <p:nvPr/>
            </p:nvSpPr>
            <p:spPr>
              <a:xfrm>
                <a:off x="592197" y="4989135"/>
                <a:ext cx="2657715" cy="5589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𝐺𝑒𝑜𝑚𝑒𝑡𝑟𝑖𝑐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𝑑𝑖𝑠𝑡𝑟𝑖𝑏𝑢𝑡𝑖𝑜𝑛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Szövegdoboz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97" y="4989135"/>
                <a:ext cx="2657715" cy="558936"/>
              </a:xfrm>
              <a:prstGeom prst="rect">
                <a:avLst/>
              </a:prstGeom>
              <a:blipFill rotWithShape="0">
                <a:blip r:embed="rId7"/>
                <a:stretch>
                  <a:fillRect l="-1835" r="-1606" b="-163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Szövegdoboz 11"/>
              <p:cNvSpPr txBox="1"/>
              <p:nvPr/>
            </p:nvSpPr>
            <p:spPr>
              <a:xfrm>
                <a:off x="250479" y="5587104"/>
                <a:ext cx="5271635" cy="7552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hu-H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hu-HU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hu-HU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  <m:sup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m:rPr>
                              <m:nor/>
                            </m:rPr>
                            <a:rPr lang="en-GB" dirty="0"/>
                            <m:t> </m:t>
                          </m:r>
                        </m:e>
                      </m:nary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∗</m:t>
                      </m:r>
                      <m:nary>
                        <m:naryPr>
                          <m:chr m:val="∑"/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hu-H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hu-HU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hu-HU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  <m:sup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GB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Szövegdoboz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479" y="5587104"/>
                <a:ext cx="5271635" cy="755271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églalap 10"/>
              <p:cNvSpPr/>
              <p:nvPr/>
            </p:nvSpPr>
            <p:spPr>
              <a:xfrm>
                <a:off x="3820235" y="4711262"/>
                <a:ext cx="5323765" cy="8563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i="1" smtClean="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hu-HU" i="1" smtClean="0"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hu-HU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hu-HU" i="1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hu-HU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hu-H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hu-HU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hu-HU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  <m:sup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  <m:r>
                        <a:rPr lang="hu-HU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u-HU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f>
                        <m:fPr>
                          <m:ctrlPr>
                            <a:rPr lang="hu-HU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hu-HU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hu-HU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hu-HU" b="0" i="1" dirty="0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d>
                                    <m:dPr>
                                      <m:ctrlPr>
                                        <a:rPr lang="hu-HU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hu-HU" b="0" i="1" dirty="0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hu-HU" b="0" i="1" dirty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hu-HU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hu-HU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hu-HU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hu-HU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36</m:t>
                          </m:r>
                        </m:num>
                        <m:den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églalap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0235" y="4711262"/>
                <a:ext cx="5323765" cy="85632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églalap 13"/>
              <p:cNvSpPr/>
              <p:nvPr/>
            </p:nvSpPr>
            <p:spPr>
              <a:xfrm>
                <a:off x="3849152" y="2169660"/>
                <a:ext cx="1692066" cy="8478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hu-HU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  <m:r>
                        <a:rPr lang="hu-HU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hu-HU" b="0" i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hu-HU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églalap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9152" y="2169660"/>
                <a:ext cx="1692066" cy="847861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Szövegdoboz 3"/>
              <p:cNvSpPr txBox="1"/>
              <p:nvPr/>
            </p:nvSpPr>
            <p:spPr>
              <a:xfrm>
                <a:off x="6871046" y="2375161"/>
                <a:ext cx="10425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0&lt;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&lt;1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Szövegdoboz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1046" y="2375161"/>
                <a:ext cx="1042529" cy="276999"/>
              </a:xfrm>
              <a:prstGeom prst="rect">
                <a:avLst/>
              </a:prstGeom>
              <a:blipFill rotWithShape="0">
                <a:blip r:embed="rId11"/>
                <a:stretch>
                  <a:fillRect l="-4678" r="-5263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églalap 14"/>
              <p:cNvSpPr/>
              <p:nvPr/>
            </p:nvSpPr>
            <p:spPr>
              <a:xfrm>
                <a:off x="3849152" y="3974158"/>
                <a:ext cx="2558777" cy="8476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hu-HU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  <m:r>
                        <a:rPr lang="hu-HU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hu-HU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hu-HU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hu-HU" b="0" i="1" dirty="0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hu-HU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hu-HU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églalap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9152" y="3974158"/>
                <a:ext cx="2558777" cy="847604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églalap 15"/>
              <p:cNvSpPr/>
              <p:nvPr/>
            </p:nvSpPr>
            <p:spPr>
              <a:xfrm>
                <a:off x="3713473" y="3027280"/>
                <a:ext cx="2694456" cy="8831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hu-H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hu-HU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hu-HU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hu-HU" i="1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églalap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3473" y="3027280"/>
                <a:ext cx="2694456" cy="88319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églalap 16"/>
              <p:cNvSpPr/>
              <p:nvPr/>
            </p:nvSpPr>
            <p:spPr>
              <a:xfrm>
                <a:off x="7022756" y="3124982"/>
                <a:ext cx="2240293" cy="7500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hu-HU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hu-HU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hu-HU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u-HU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hu-HU" i="1" dirty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hu-HU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hu-HU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hu-HU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hu-HU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hu-HU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hu-HU" i="1" dirty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hu-HU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hu-HU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églalap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2756" y="3124982"/>
                <a:ext cx="2240293" cy="750014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5844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5" grpId="0"/>
      <p:bldP spid="12" grpId="0"/>
      <p:bldP spid="11" grpId="0"/>
      <p:bldP spid="14" grpId="0"/>
      <p:bldP spid="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Exercise </a:t>
            </a: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8</a:t>
            </a:r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.</a:t>
            </a: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r>
              <a:rPr lang="en-GB" dirty="0">
                <a:solidFill>
                  <a:schemeClr val="tx1"/>
                </a:solidFill>
                <a:cs typeface="Arial" panose="020B0604020202020204" pitchFamily="34" charset="0"/>
              </a:rPr>
              <a:t> (M</a:t>
            </a: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r>
              <a:rPr lang="en-GB" dirty="0">
                <a:solidFill>
                  <a:schemeClr val="tx1"/>
                </a:solidFill>
                <a:cs typeface="Arial" panose="020B0604020202020204" pitchFamily="34" charset="0"/>
              </a:rPr>
              <a:t>)</a:t>
            </a:r>
            <a:b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</a:b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MATLAB </a:t>
            </a:r>
            <a:r>
              <a:rPr lang="hu-HU" dirty="0" err="1">
                <a:solidFill>
                  <a:schemeClr val="tx1"/>
                </a:solidFill>
                <a:cs typeface="Arial" panose="020B0604020202020204" pitchFamily="34" charset="0"/>
              </a:rPr>
              <a:t>solution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22959" y="1737361"/>
            <a:ext cx="7543801" cy="458114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n = 10^7;</a:t>
            </a:r>
          </a:p>
          <a:p>
            <a:r>
              <a:rPr lang="en-GB" dirty="0"/>
              <a:t>s = 0;</a:t>
            </a:r>
          </a:p>
          <a:p>
            <a:r>
              <a:rPr lang="en-GB" dirty="0"/>
              <a:t> for </a:t>
            </a:r>
            <a:r>
              <a:rPr lang="en-GB" dirty="0" err="1"/>
              <a:t>i</a:t>
            </a:r>
            <a:r>
              <a:rPr lang="en-GB" dirty="0"/>
              <a:t>=1:n</a:t>
            </a:r>
          </a:p>
          <a:p>
            <a:r>
              <a:rPr lang="en-GB" dirty="0"/>
              <a:t>    while true</a:t>
            </a:r>
          </a:p>
          <a:p>
            <a:r>
              <a:rPr lang="en-GB" dirty="0"/>
              <a:t>        s=s+1;</a:t>
            </a:r>
          </a:p>
          <a:p>
            <a:r>
              <a:rPr lang="en-US" dirty="0"/>
              <a:t>        if rand()&lt;1/6 | rand()&lt;1/6</a:t>
            </a:r>
          </a:p>
          <a:p>
            <a:r>
              <a:rPr lang="en-GB" dirty="0"/>
              <a:t>            break;</a:t>
            </a:r>
          </a:p>
          <a:p>
            <a:r>
              <a:rPr lang="en-GB" dirty="0"/>
              <a:t>        end</a:t>
            </a:r>
          </a:p>
          <a:p>
            <a:r>
              <a:rPr lang="en-GB" dirty="0"/>
              <a:t>    end</a:t>
            </a:r>
          </a:p>
          <a:p>
            <a:r>
              <a:rPr lang="en-GB" dirty="0"/>
              <a:t>end</a:t>
            </a:r>
          </a:p>
          <a:p>
            <a:r>
              <a:rPr lang="en-GB" dirty="0"/>
              <a:t> s/n</a:t>
            </a:r>
          </a:p>
          <a:p>
            <a:r>
              <a:rPr lang="en-GB" dirty="0"/>
              <a:t>36/11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97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2D050"/>
                </a:solidFill>
                <a:cs typeface="Arial" panose="020B0604020202020204" pitchFamily="34" charset="0"/>
              </a:rPr>
              <a:t>Exercise </a:t>
            </a:r>
            <a:r>
              <a:rPr lang="hu-HU" dirty="0">
                <a:solidFill>
                  <a:srgbClr val="92D050"/>
                </a:solidFill>
                <a:cs typeface="Arial" panose="020B0604020202020204" pitchFamily="34" charset="0"/>
              </a:rPr>
              <a:t>8.4 </a:t>
            </a: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(M4)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104986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 coin is tossed. If the result is a head, it is tossed </a:t>
            </a:r>
            <a:r>
              <a:rPr lang="hu-HU" dirty="0" err="1"/>
              <a:t>two</a:t>
            </a:r>
            <a:r>
              <a:rPr lang="en-US" dirty="0"/>
              <a:t> more time</a:t>
            </a:r>
            <a:r>
              <a:rPr lang="hu-HU" dirty="0"/>
              <a:t>s</a:t>
            </a:r>
            <a:r>
              <a:rPr lang="en-US" dirty="0"/>
              <a:t>, otherwise it is</a:t>
            </a:r>
            <a:r>
              <a:rPr lang="hu-HU" dirty="0"/>
              <a:t> </a:t>
            </a:r>
            <a:r>
              <a:rPr lang="en-US" dirty="0"/>
              <a:t>tossed </a:t>
            </a:r>
            <a:r>
              <a:rPr lang="hu-HU" dirty="0" err="1"/>
              <a:t>one</a:t>
            </a:r>
            <a:r>
              <a:rPr lang="hu-HU" dirty="0"/>
              <a:t> m</a:t>
            </a:r>
            <a:r>
              <a:rPr lang="en-US" dirty="0"/>
              <a:t>ore time. What is the mean number of heads obtained?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zövegdoboz 3"/>
              <p:cNvSpPr txBox="1"/>
              <p:nvPr/>
            </p:nvSpPr>
            <p:spPr>
              <a:xfrm>
                <a:off x="822959" y="2865473"/>
                <a:ext cx="22361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𝑛𝑢𝑚𝑏𝑒𝑟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h𝑒𝑎𝑑𝑠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Szövegdoboz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59" y="2865473"/>
                <a:ext cx="2236125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3270" t="-2222" r="-2180" b="-3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zövegdoboz 9"/>
              <p:cNvSpPr txBox="1"/>
              <p:nvPr/>
            </p:nvSpPr>
            <p:spPr>
              <a:xfrm>
                <a:off x="5134868" y="3007116"/>
                <a:ext cx="1371658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0" name="Szövegdoboz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4868" y="3007116"/>
                <a:ext cx="1371658" cy="5186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églalap 10"/>
              <p:cNvSpPr/>
              <p:nvPr/>
            </p:nvSpPr>
            <p:spPr>
              <a:xfrm>
                <a:off x="5055616" y="3656035"/>
                <a:ext cx="2315377" cy="6127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hu-HU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1" name="Téglalap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5616" y="3656035"/>
                <a:ext cx="2315377" cy="6127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églalap 11"/>
              <p:cNvSpPr/>
              <p:nvPr/>
            </p:nvSpPr>
            <p:spPr>
              <a:xfrm>
                <a:off x="5057987" y="4256605"/>
                <a:ext cx="2389885" cy="612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</m:d>
                      <m:r>
                        <a:rPr lang="hu-HU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2" name="Téglalap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7987" y="4256605"/>
                <a:ext cx="2389885" cy="6127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églalap 12"/>
              <p:cNvSpPr/>
              <p:nvPr/>
            </p:nvSpPr>
            <p:spPr>
              <a:xfrm>
                <a:off x="5055616" y="4988507"/>
                <a:ext cx="1556323" cy="612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=3</m:t>
                          </m:r>
                        </m:e>
                      </m:d>
                      <m:r>
                        <a:rPr lang="hu-HU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3" name="Téglalap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5616" y="4988507"/>
                <a:ext cx="1556323" cy="6127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Szövegdoboz 13"/>
              <p:cNvSpPr txBox="1"/>
              <p:nvPr/>
            </p:nvSpPr>
            <p:spPr>
              <a:xfrm>
                <a:off x="5055616" y="6110379"/>
                <a:ext cx="3763274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=0∗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+1∗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+2∗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+3∗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4" name="Szövegdoboz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5616" y="6110379"/>
                <a:ext cx="3763274" cy="52597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Csoportba foglalás 4">
            <a:extLst>
              <a:ext uri="{FF2B5EF4-FFF2-40B4-BE49-F238E27FC236}">
                <a16:creationId xmlns:a16="http://schemas.microsoft.com/office/drawing/2014/main" id="{7E9BFA25-DCD4-288A-796C-54452F28E150}"/>
              </a:ext>
            </a:extLst>
          </p:cNvPr>
          <p:cNvGrpSpPr/>
          <p:nvPr/>
        </p:nvGrpSpPr>
        <p:grpSpPr>
          <a:xfrm>
            <a:off x="587938" y="3312606"/>
            <a:ext cx="3822065" cy="2137298"/>
            <a:chOff x="2502196" y="4098504"/>
            <a:chExt cx="3822065" cy="2137298"/>
          </a:xfrm>
        </p:grpSpPr>
        <p:sp>
          <p:nvSpPr>
            <p:cNvPr id="6" name="Ellipszis 5">
              <a:extLst>
                <a:ext uri="{FF2B5EF4-FFF2-40B4-BE49-F238E27FC236}">
                  <a16:creationId xmlns:a16="http://schemas.microsoft.com/office/drawing/2014/main" id="{91F4B0F1-F502-2FFE-F616-AF457B49DEBF}"/>
                </a:ext>
              </a:extLst>
            </p:cNvPr>
            <p:cNvSpPr/>
            <p:nvPr/>
          </p:nvSpPr>
          <p:spPr>
            <a:xfrm>
              <a:off x="4389185" y="4098504"/>
              <a:ext cx="351832" cy="3518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/>
                <a:t>C</a:t>
              </a:r>
            </a:p>
          </p:txBody>
        </p:sp>
        <p:sp>
          <p:nvSpPr>
            <p:cNvPr id="7" name="Ellipszis 6">
              <a:extLst>
                <a:ext uri="{FF2B5EF4-FFF2-40B4-BE49-F238E27FC236}">
                  <a16:creationId xmlns:a16="http://schemas.microsoft.com/office/drawing/2014/main" id="{4CAD942F-55E7-89ED-BE93-EAE318C8A361}"/>
                </a:ext>
              </a:extLst>
            </p:cNvPr>
            <p:cNvSpPr/>
            <p:nvPr/>
          </p:nvSpPr>
          <p:spPr>
            <a:xfrm>
              <a:off x="5408661" y="4676341"/>
              <a:ext cx="351832" cy="3518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/>
                <a:t>T</a:t>
              </a:r>
            </a:p>
          </p:txBody>
        </p:sp>
        <p:sp>
          <p:nvSpPr>
            <p:cNvPr id="8" name="Ellipszis 7">
              <a:extLst>
                <a:ext uri="{FF2B5EF4-FFF2-40B4-BE49-F238E27FC236}">
                  <a16:creationId xmlns:a16="http://schemas.microsoft.com/office/drawing/2014/main" id="{BD86BBC2-C431-851F-9357-29D1EBB803C9}"/>
                </a:ext>
              </a:extLst>
            </p:cNvPr>
            <p:cNvSpPr/>
            <p:nvPr/>
          </p:nvSpPr>
          <p:spPr>
            <a:xfrm>
              <a:off x="3549922" y="4676341"/>
              <a:ext cx="351832" cy="3518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/>
                <a:t>H</a:t>
              </a:r>
            </a:p>
          </p:txBody>
        </p:sp>
        <p:sp>
          <p:nvSpPr>
            <p:cNvPr id="9" name="Ellipszis 8">
              <a:extLst>
                <a:ext uri="{FF2B5EF4-FFF2-40B4-BE49-F238E27FC236}">
                  <a16:creationId xmlns:a16="http://schemas.microsoft.com/office/drawing/2014/main" id="{EB085EF0-1014-A70E-9BD8-AA814CBF11AE}"/>
                </a:ext>
              </a:extLst>
            </p:cNvPr>
            <p:cNvSpPr/>
            <p:nvPr/>
          </p:nvSpPr>
          <p:spPr>
            <a:xfrm>
              <a:off x="5972429" y="5254178"/>
              <a:ext cx="351832" cy="3518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/>
                <a:t>T</a:t>
              </a:r>
            </a:p>
          </p:txBody>
        </p:sp>
        <p:sp>
          <p:nvSpPr>
            <p:cNvPr id="15" name="Ellipszis 14">
              <a:extLst>
                <a:ext uri="{FF2B5EF4-FFF2-40B4-BE49-F238E27FC236}">
                  <a16:creationId xmlns:a16="http://schemas.microsoft.com/office/drawing/2014/main" id="{64AEABB2-C3B4-FF43-8323-880C3AA1FF6F}"/>
                </a:ext>
              </a:extLst>
            </p:cNvPr>
            <p:cNvSpPr/>
            <p:nvPr/>
          </p:nvSpPr>
          <p:spPr>
            <a:xfrm>
              <a:off x="4916933" y="5254178"/>
              <a:ext cx="351832" cy="3518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/>
                <a:t>H</a:t>
              </a:r>
            </a:p>
          </p:txBody>
        </p:sp>
        <p:sp>
          <p:nvSpPr>
            <p:cNvPr id="16" name="Ellipszis 15">
              <a:extLst>
                <a:ext uri="{FF2B5EF4-FFF2-40B4-BE49-F238E27FC236}">
                  <a16:creationId xmlns:a16="http://schemas.microsoft.com/office/drawing/2014/main" id="{D36C5216-3862-08E4-6A6D-52032668E7D6}"/>
                </a:ext>
              </a:extLst>
            </p:cNvPr>
            <p:cNvSpPr/>
            <p:nvPr/>
          </p:nvSpPr>
          <p:spPr>
            <a:xfrm>
              <a:off x="4037353" y="5254178"/>
              <a:ext cx="351832" cy="3518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/>
                <a:t>T</a:t>
              </a:r>
            </a:p>
          </p:txBody>
        </p:sp>
        <p:sp>
          <p:nvSpPr>
            <p:cNvPr id="17" name="Ellipszis 16">
              <a:extLst>
                <a:ext uri="{FF2B5EF4-FFF2-40B4-BE49-F238E27FC236}">
                  <a16:creationId xmlns:a16="http://schemas.microsoft.com/office/drawing/2014/main" id="{FB3348EC-E17B-F1CC-BF8E-286BDE5817F5}"/>
                </a:ext>
              </a:extLst>
            </p:cNvPr>
            <p:cNvSpPr/>
            <p:nvPr/>
          </p:nvSpPr>
          <p:spPr>
            <a:xfrm>
              <a:off x="3025980" y="5254178"/>
              <a:ext cx="351832" cy="3518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/>
                <a:t>H</a:t>
              </a:r>
            </a:p>
          </p:txBody>
        </p:sp>
        <p:sp>
          <p:nvSpPr>
            <p:cNvPr id="18" name="Ellipszis 17">
              <a:extLst>
                <a:ext uri="{FF2B5EF4-FFF2-40B4-BE49-F238E27FC236}">
                  <a16:creationId xmlns:a16="http://schemas.microsoft.com/office/drawing/2014/main" id="{0F6902BD-B47F-5043-0C5A-B5D901605016}"/>
                </a:ext>
              </a:extLst>
            </p:cNvPr>
            <p:cNvSpPr/>
            <p:nvPr/>
          </p:nvSpPr>
          <p:spPr>
            <a:xfrm>
              <a:off x="3266311" y="5883970"/>
              <a:ext cx="351832" cy="3518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/>
                <a:t>T</a:t>
              </a:r>
            </a:p>
          </p:txBody>
        </p:sp>
        <p:sp>
          <p:nvSpPr>
            <p:cNvPr id="19" name="Ellipszis 18">
              <a:extLst>
                <a:ext uri="{FF2B5EF4-FFF2-40B4-BE49-F238E27FC236}">
                  <a16:creationId xmlns:a16="http://schemas.microsoft.com/office/drawing/2014/main" id="{B0FB8556-9E0A-DF82-8863-BF35FC63BC00}"/>
                </a:ext>
              </a:extLst>
            </p:cNvPr>
            <p:cNvSpPr/>
            <p:nvPr/>
          </p:nvSpPr>
          <p:spPr>
            <a:xfrm>
              <a:off x="2502196" y="5883970"/>
              <a:ext cx="351832" cy="3518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/>
                <a:t>H</a:t>
              </a:r>
            </a:p>
          </p:txBody>
        </p:sp>
        <p:sp>
          <p:nvSpPr>
            <p:cNvPr id="20" name="Ellipszis 19">
              <a:extLst>
                <a:ext uri="{FF2B5EF4-FFF2-40B4-BE49-F238E27FC236}">
                  <a16:creationId xmlns:a16="http://schemas.microsoft.com/office/drawing/2014/main" id="{D2F877E2-8AAA-AA23-83D3-0F6982BA4490}"/>
                </a:ext>
              </a:extLst>
            </p:cNvPr>
            <p:cNvSpPr/>
            <p:nvPr/>
          </p:nvSpPr>
          <p:spPr>
            <a:xfrm>
              <a:off x="4513576" y="5883970"/>
              <a:ext cx="351832" cy="3518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/>
                <a:t>T</a:t>
              </a:r>
            </a:p>
          </p:txBody>
        </p:sp>
        <p:sp>
          <p:nvSpPr>
            <p:cNvPr id="21" name="Ellipszis 20">
              <a:extLst>
                <a:ext uri="{FF2B5EF4-FFF2-40B4-BE49-F238E27FC236}">
                  <a16:creationId xmlns:a16="http://schemas.microsoft.com/office/drawing/2014/main" id="{274AC275-BCA0-3773-7AFE-1C019171C68E}"/>
                </a:ext>
              </a:extLst>
            </p:cNvPr>
            <p:cNvSpPr/>
            <p:nvPr/>
          </p:nvSpPr>
          <p:spPr>
            <a:xfrm>
              <a:off x="3767296" y="5883970"/>
              <a:ext cx="351832" cy="3518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/>
                <a:t>H</a:t>
              </a:r>
            </a:p>
          </p:txBody>
        </p:sp>
        <p:cxnSp>
          <p:nvCxnSpPr>
            <p:cNvPr id="22" name="Egyenes összekötő 21">
              <a:extLst>
                <a:ext uri="{FF2B5EF4-FFF2-40B4-BE49-F238E27FC236}">
                  <a16:creationId xmlns:a16="http://schemas.microsoft.com/office/drawing/2014/main" id="{D1CCE4E1-A328-42CF-3030-98B352400C5E}"/>
                </a:ext>
              </a:extLst>
            </p:cNvPr>
            <p:cNvCxnSpPr>
              <a:cxnSpLocks/>
              <a:stCxn id="6" idx="3"/>
              <a:endCxn id="8" idx="0"/>
            </p:cNvCxnSpPr>
            <p:nvPr/>
          </p:nvCxnSpPr>
          <p:spPr>
            <a:xfrm flipH="1">
              <a:off x="3725838" y="4398811"/>
              <a:ext cx="714872" cy="27753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Egyenes összekötő 22">
              <a:extLst>
                <a:ext uri="{FF2B5EF4-FFF2-40B4-BE49-F238E27FC236}">
                  <a16:creationId xmlns:a16="http://schemas.microsoft.com/office/drawing/2014/main" id="{3922188B-B0CE-F798-CD3B-A75C57524907}"/>
                </a:ext>
              </a:extLst>
            </p:cNvPr>
            <p:cNvCxnSpPr>
              <a:cxnSpLocks/>
              <a:stCxn id="6" idx="5"/>
              <a:endCxn id="7" idx="0"/>
            </p:cNvCxnSpPr>
            <p:nvPr/>
          </p:nvCxnSpPr>
          <p:spPr>
            <a:xfrm>
              <a:off x="4689492" y="4398811"/>
              <a:ext cx="895085" cy="27753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gyenes összekötő 23">
              <a:extLst>
                <a:ext uri="{FF2B5EF4-FFF2-40B4-BE49-F238E27FC236}">
                  <a16:creationId xmlns:a16="http://schemas.microsoft.com/office/drawing/2014/main" id="{25857615-1649-119D-7B14-7D33C6FF6DED}"/>
                </a:ext>
              </a:extLst>
            </p:cNvPr>
            <p:cNvCxnSpPr>
              <a:stCxn id="8" idx="3"/>
              <a:endCxn id="17" idx="0"/>
            </p:cNvCxnSpPr>
            <p:nvPr/>
          </p:nvCxnSpPr>
          <p:spPr>
            <a:xfrm flipH="1">
              <a:off x="3201896" y="4976648"/>
              <a:ext cx="399551" cy="27753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Egyenes összekötő 24">
              <a:extLst>
                <a:ext uri="{FF2B5EF4-FFF2-40B4-BE49-F238E27FC236}">
                  <a16:creationId xmlns:a16="http://schemas.microsoft.com/office/drawing/2014/main" id="{F51C4B6C-CF79-4F8A-6689-BB846CEEFC27}"/>
                </a:ext>
              </a:extLst>
            </p:cNvPr>
            <p:cNvCxnSpPr>
              <a:stCxn id="17" idx="3"/>
              <a:endCxn id="19" idx="0"/>
            </p:cNvCxnSpPr>
            <p:nvPr/>
          </p:nvCxnSpPr>
          <p:spPr>
            <a:xfrm flipH="1">
              <a:off x="2678112" y="5554485"/>
              <a:ext cx="399393" cy="3294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Egyenes összekötő 25">
              <a:extLst>
                <a:ext uri="{FF2B5EF4-FFF2-40B4-BE49-F238E27FC236}">
                  <a16:creationId xmlns:a16="http://schemas.microsoft.com/office/drawing/2014/main" id="{A085B780-EC8C-9632-EE38-51DE24E30BA6}"/>
                </a:ext>
              </a:extLst>
            </p:cNvPr>
            <p:cNvCxnSpPr>
              <a:cxnSpLocks/>
              <a:stCxn id="17" idx="5"/>
              <a:endCxn id="18" idx="0"/>
            </p:cNvCxnSpPr>
            <p:nvPr/>
          </p:nvCxnSpPr>
          <p:spPr>
            <a:xfrm>
              <a:off x="3326287" y="5554485"/>
              <a:ext cx="115940" cy="3294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Egyenes összekötő 26">
              <a:extLst>
                <a:ext uri="{FF2B5EF4-FFF2-40B4-BE49-F238E27FC236}">
                  <a16:creationId xmlns:a16="http://schemas.microsoft.com/office/drawing/2014/main" id="{ECB1B162-AF80-A1F4-547F-D18F2ADE108B}"/>
                </a:ext>
              </a:extLst>
            </p:cNvPr>
            <p:cNvCxnSpPr>
              <a:stCxn id="8" idx="5"/>
              <a:endCxn id="16" idx="0"/>
            </p:cNvCxnSpPr>
            <p:nvPr/>
          </p:nvCxnSpPr>
          <p:spPr>
            <a:xfrm>
              <a:off x="3850229" y="4976648"/>
              <a:ext cx="363040" cy="27753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Egyenes összekötő 27">
              <a:extLst>
                <a:ext uri="{FF2B5EF4-FFF2-40B4-BE49-F238E27FC236}">
                  <a16:creationId xmlns:a16="http://schemas.microsoft.com/office/drawing/2014/main" id="{9627DCBB-BF09-D2E8-5E19-F517A7C4C054}"/>
                </a:ext>
              </a:extLst>
            </p:cNvPr>
            <p:cNvCxnSpPr>
              <a:cxnSpLocks/>
              <a:stCxn id="16" idx="3"/>
              <a:endCxn id="21" idx="0"/>
            </p:cNvCxnSpPr>
            <p:nvPr/>
          </p:nvCxnSpPr>
          <p:spPr>
            <a:xfrm flipH="1">
              <a:off x="3943212" y="5554485"/>
              <a:ext cx="145666" cy="3294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Egyenes összekötő 28">
              <a:extLst>
                <a:ext uri="{FF2B5EF4-FFF2-40B4-BE49-F238E27FC236}">
                  <a16:creationId xmlns:a16="http://schemas.microsoft.com/office/drawing/2014/main" id="{9C9FEED9-58DB-CD14-F443-E94748BDEE91}"/>
                </a:ext>
              </a:extLst>
            </p:cNvPr>
            <p:cNvCxnSpPr>
              <a:stCxn id="16" idx="5"/>
              <a:endCxn id="20" idx="0"/>
            </p:cNvCxnSpPr>
            <p:nvPr/>
          </p:nvCxnSpPr>
          <p:spPr>
            <a:xfrm>
              <a:off x="4337660" y="5554485"/>
              <a:ext cx="351832" cy="3294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Egyenes összekötő 29">
              <a:extLst>
                <a:ext uri="{FF2B5EF4-FFF2-40B4-BE49-F238E27FC236}">
                  <a16:creationId xmlns:a16="http://schemas.microsoft.com/office/drawing/2014/main" id="{3F724ADD-08CA-6E22-779F-1E9FE0570E1E}"/>
                </a:ext>
              </a:extLst>
            </p:cNvPr>
            <p:cNvCxnSpPr>
              <a:stCxn id="7" idx="3"/>
              <a:endCxn id="15" idx="0"/>
            </p:cNvCxnSpPr>
            <p:nvPr/>
          </p:nvCxnSpPr>
          <p:spPr>
            <a:xfrm flipH="1">
              <a:off x="5092849" y="4976648"/>
              <a:ext cx="367337" cy="27753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Egyenes összekötő 30">
              <a:extLst>
                <a:ext uri="{FF2B5EF4-FFF2-40B4-BE49-F238E27FC236}">
                  <a16:creationId xmlns:a16="http://schemas.microsoft.com/office/drawing/2014/main" id="{5E585764-9CDC-EE5C-CAB1-5B41AC7DA19C}"/>
                </a:ext>
              </a:extLst>
            </p:cNvPr>
            <p:cNvCxnSpPr>
              <a:stCxn id="7" idx="5"/>
              <a:endCxn id="9" idx="0"/>
            </p:cNvCxnSpPr>
            <p:nvPr/>
          </p:nvCxnSpPr>
          <p:spPr>
            <a:xfrm>
              <a:off x="5708968" y="4976648"/>
              <a:ext cx="439377" cy="27753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3600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Exercise </a:t>
            </a: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8</a:t>
            </a:r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.</a:t>
            </a: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4</a:t>
            </a:r>
            <a:r>
              <a:rPr lang="en-GB" dirty="0">
                <a:solidFill>
                  <a:schemeClr val="tx1"/>
                </a:solidFill>
                <a:cs typeface="Arial" panose="020B0604020202020204" pitchFamily="34" charset="0"/>
              </a:rPr>
              <a:t> (M</a:t>
            </a: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4</a:t>
            </a:r>
            <a:r>
              <a:rPr lang="en-GB" dirty="0">
                <a:solidFill>
                  <a:schemeClr val="tx1"/>
                </a:solidFill>
                <a:cs typeface="Arial" panose="020B0604020202020204" pitchFamily="34" charset="0"/>
              </a:rPr>
              <a:t>)</a:t>
            </a:r>
            <a:b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</a:b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MATLAB </a:t>
            </a:r>
            <a:r>
              <a:rPr lang="hu-HU" dirty="0" err="1">
                <a:solidFill>
                  <a:schemeClr val="tx1"/>
                </a:solidFill>
                <a:cs typeface="Arial" panose="020B0604020202020204" pitchFamily="34" charset="0"/>
              </a:rPr>
              <a:t>solution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22959" y="1737361"/>
            <a:ext cx="7543801" cy="4663439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n = 10^6;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s = 0;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 for </a:t>
            </a:r>
            <a:r>
              <a:rPr lang="en-GB" sz="1400" dirty="0" err="1"/>
              <a:t>i</a:t>
            </a:r>
            <a:r>
              <a:rPr lang="en-GB" sz="1400" dirty="0"/>
              <a:t>=1:n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    if rand()&lt;1/2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        s=s+1;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        if rand()&lt;1/2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            s=s+1;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        end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     if rand()&lt;1/2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            s=s+1;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        end</a:t>
            </a:r>
            <a:endParaRPr lang="hu-HU" sz="1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else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if rand()&lt;1/2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            s=s+1;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        end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    end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end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 s/n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5/4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GB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87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2D050"/>
                </a:solidFill>
                <a:cs typeface="Arial" panose="020B0604020202020204" pitchFamily="34" charset="0"/>
              </a:rPr>
              <a:t>Exercise </a:t>
            </a:r>
            <a:r>
              <a:rPr lang="hu-HU" dirty="0">
                <a:solidFill>
                  <a:srgbClr val="92D050"/>
                </a:solidFill>
                <a:cs typeface="Arial" panose="020B0604020202020204" pitchFamily="34" charset="0"/>
              </a:rPr>
              <a:t>8.7 </a:t>
            </a: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(M5)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22959" y="1660319"/>
            <a:ext cx="7543801" cy="206501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nominal value of a share is one golden galleon. In a year the value either can</a:t>
            </a:r>
            <a:r>
              <a:rPr lang="hu-HU" dirty="0"/>
              <a:t> </a:t>
            </a:r>
            <a:r>
              <a:rPr lang="en-US" dirty="0"/>
              <a:t>doubled, or halved or remain the same </a:t>
            </a:r>
            <a:r>
              <a:rPr lang="hu-HU" dirty="0"/>
              <a:t>-</a:t>
            </a:r>
            <a:r>
              <a:rPr lang="en-US" dirty="0"/>
              <a:t> each of the events has the same probability.</a:t>
            </a:r>
            <a:r>
              <a:rPr lang="hu-HU" dirty="0"/>
              <a:t> </a:t>
            </a:r>
            <a:r>
              <a:rPr lang="en-US" dirty="0"/>
              <a:t>On the next year the same happens, independently of the events of the previous year.</a:t>
            </a:r>
            <a:r>
              <a:rPr lang="hu-HU" dirty="0"/>
              <a:t> </a:t>
            </a:r>
            <a:r>
              <a:rPr lang="en-US" dirty="0"/>
              <a:t>Find the distribution of the value of the share after two years. What is the mean and</a:t>
            </a:r>
            <a:r>
              <a:rPr lang="hu-HU" dirty="0"/>
              <a:t> </a:t>
            </a:r>
            <a:r>
              <a:rPr lang="en-US" dirty="0"/>
              <a:t>the variance of the value?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zövegdoboz 9"/>
              <p:cNvSpPr txBox="1"/>
              <p:nvPr/>
            </p:nvSpPr>
            <p:spPr>
              <a:xfrm>
                <a:off x="822959" y="3357457"/>
                <a:ext cx="1371658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=4</m:t>
                          </m:r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Szövegdoboz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59" y="3357457"/>
                <a:ext cx="1371658" cy="51860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églalap 10"/>
              <p:cNvSpPr/>
              <p:nvPr/>
            </p:nvSpPr>
            <p:spPr>
              <a:xfrm>
                <a:off x="743707" y="3844503"/>
                <a:ext cx="1542293" cy="6127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</m:d>
                      <m:r>
                        <a:rPr lang="hu-HU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églalap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707" y="3844503"/>
                <a:ext cx="1542293" cy="6127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églalap 11"/>
              <p:cNvSpPr/>
              <p:nvPr/>
            </p:nvSpPr>
            <p:spPr>
              <a:xfrm>
                <a:off x="743707" y="4402755"/>
                <a:ext cx="1556323" cy="612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hu-HU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églalap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707" y="4402755"/>
                <a:ext cx="1556323" cy="6127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églalap 12"/>
              <p:cNvSpPr/>
              <p:nvPr/>
            </p:nvSpPr>
            <p:spPr>
              <a:xfrm>
                <a:off x="743707" y="4925206"/>
                <a:ext cx="1668021" cy="714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hu-HU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églalap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707" y="4925206"/>
                <a:ext cx="1668021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Szövegdoboz 13"/>
              <p:cNvSpPr txBox="1"/>
              <p:nvPr/>
            </p:nvSpPr>
            <p:spPr>
              <a:xfrm>
                <a:off x="4072455" y="3587415"/>
                <a:ext cx="877868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49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Szövegdoboz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2455" y="3587415"/>
                <a:ext cx="877868" cy="520399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églalap 14"/>
              <p:cNvSpPr/>
              <p:nvPr/>
            </p:nvSpPr>
            <p:spPr>
              <a:xfrm>
                <a:off x="743707" y="5657108"/>
                <a:ext cx="1668021" cy="714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hu-HU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églalap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707" y="5657108"/>
                <a:ext cx="1668021" cy="7146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Szövegdoboz 3"/>
              <p:cNvSpPr txBox="1"/>
              <p:nvPr/>
            </p:nvSpPr>
            <p:spPr>
              <a:xfrm>
                <a:off x="4072455" y="4996660"/>
                <a:ext cx="2540952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𝔻</m:t>
                      </m:r>
                      <m:sSup>
                        <m:sSup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𝔼</m:t>
                      </m:r>
                      <m:sSup>
                        <m:sSup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</m:d>
                        </m:e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98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81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Szövegdoboz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2455" y="4996660"/>
                <a:ext cx="2540952" cy="520399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Szövegdoboz 16"/>
              <p:cNvSpPr txBox="1"/>
              <p:nvPr/>
            </p:nvSpPr>
            <p:spPr>
              <a:xfrm>
                <a:off x="4072455" y="4285309"/>
                <a:ext cx="5004575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𝔼</m:t>
                      </m:r>
                      <m:sSup>
                        <m:sSup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=16∗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+4∗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+1∗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49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Szövegdoboz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2455" y="4285309"/>
                <a:ext cx="5004575" cy="5203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1634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4" grpId="0"/>
      <p:bldP spid="4" grpId="0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Exercise </a:t>
            </a: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8</a:t>
            </a:r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.</a:t>
            </a: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7</a:t>
            </a:r>
            <a:r>
              <a:rPr lang="en-GB" dirty="0">
                <a:solidFill>
                  <a:schemeClr val="tx1"/>
                </a:solidFill>
                <a:cs typeface="Arial" panose="020B0604020202020204" pitchFamily="34" charset="0"/>
              </a:rPr>
              <a:t> (M</a:t>
            </a: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5</a:t>
            </a:r>
            <a:r>
              <a:rPr lang="en-GB" dirty="0">
                <a:solidFill>
                  <a:schemeClr val="tx1"/>
                </a:solidFill>
                <a:cs typeface="Arial" panose="020B0604020202020204" pitchFamily="34" charset="0"/>
              </a:rPr>
              <a:t>)</a:t>
            </a:r>
            <a:b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</a:b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MATLAB </a:t>
            </a:r>
            <a:r>
              <a:rPr lang="hu-HU" dirty="0" err="1">
                <a:solidFill>
                  <a:schemeClr val="tx1"/>
                </a:solidFill>
                <a:cs typeface="Arial" panose="020B0604020202020204" pitchFamily="34" charset="0"/>
              </a:rPr>
              <a:t>solution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22959" y="1737361"/>
            <a:ext cx="7543801" cy="458114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n = 10^7;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x = 0;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 err="1"/>
              <a:t>xs</a:t>
            </a:r>
            <a:r>
              <a:rPr lang="en-GB" dirty="0"/>
              <a:t> = 0;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for </a:t>
            </a:r>
            <a:r>
              <a:rPr lang="en-GB" dirty="0" err="1"/>
              <a:t>i</a:t>
            </a:r>
            <a:r>
              <a:rPr lang="en-GB" dirty="0"/>
              <a:t>=1:n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g = 1;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for j=1:2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r = rand();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    if r&lt;1/3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        g = g*2;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    </a:t>
            </a:r>
            <a:r>
              <a:rPr lang="en-GB" dirty="0" err="1"/>
              <a:t>elseif</a:t>
            </a:r>
            <a:r>
              <a:rPr lang="en-GB" dirty="0"/>
              <a:t> r&gt;2/3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        g = g/2;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    end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end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x = </a:t>
            </a:r>
            <a:r>
              <a:rPr lang="en-GB" dirty="0" err="1"/>
              <a:t>x+g</a:t>
            </a:r>
            <a:r>
              <a:rPr lang="en-GB" dirty="0"/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   </a:t>
            </a:r>
            <a:r>
              <a:rPr lang="en-GB" dirty="0" err="1"/>
              <a:t>xs</a:t>
            </a:r>
            <a:r>
              <a:rPr lang="en-GB" dirty="0"/>
              <a:t> = xs+g^2;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end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 </a:t>
            </a:r>
            <a:r>
              <a:rPr lang="en-GB" dirty="0" err="1"/>
              <a:t>x_mean</a:t>
            </a:r>
            <a:r>
              <a:rPr lang="en-GB" dirty="0"/>
              <a:t> = x/n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 err="1"/>
              <a:t>x_var</a:t>
            </a:r>
            <a:r>
              <a:rPr lang="en-GB" dirty="0"/>
              <a:t> = </a:t>
            </a:r>
            <a:r>
              <a:rPr lang="en-GB" dirty="0" err="1"/>
              <a:t>xs</a:t>
            </a:r>
            <a:r>
              <a:rPr lang="en-GB" dirty="0"/>
              <a:t>/n - x_mean^2</a:t>
            </a:r>
          </a:p>
        </p:txBody>
      </p:sp>
    </p:spTree>
    <p:extLst>
      <p:ext uri="{BB962C8B-B14F-4D97-AF65-F5344CB8AC3E}">
        <p14:creationId xmlns:p14="http://schemas.microsoft.com/office/powerpoint/2010/main" val="1149520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78D57D7-8956-49F9-9353-B533C5FBD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Literature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5CDDDFC-80E1-4B5F-962D-B2A8BC2CD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507" y="1845734"/>
            <a:ext cx="7414706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hu-HU" dirty="0"/>
              <a:t>Ágnes </a:t>
            </a:r>
            <a:r>
              <a:rPr lang="hu-HU" dirty="0" err="1"/>
              <a:t>Baran</a:t>
            </a:r>
            <a:r>
              <a:rPr lang="hu-HU" dirty="0"/>
              <a:t>: </a:t>
            </a:r>
            <a:r>
              <a:rPr lang="hu-HU" dirty="0" err="1">
                <a:effectLst/>
              </a:rPr>
              <a:t>Mathematics</a:t>
            </a:r>
            <a:r>
              <a:rPr lang="hu-HU" dirty="0">
                <a:effectLst/>
              </a:rPr>
              <a:t> </a:t>
            </a:r>
            <a:r>
              <a:rPr lang="hu-HU" dirty="0" err="1">
                <a:effectLst/>
              </a:rPr>
              <a:t>for</a:t>
            </a:r>
            <a:r>
              <a:rPr lang="hu-HU" dirty="0">
                <a:effectLst/>
              </a:rPr>
              <a:t> </a:t>
            </a:r>
            <a:r>
              <a:rPr lang="hu-HU" dirty="0" err="1">
                <a:effectLst/>
              </a:rPr>
              <a:t>engineers</a:t>
            </a:r>
            <a:r>
              <a:rPr lang="hu-HU" dirty="0">
                <a:effectLst/>
              </a:rPr>
              <a:t> 1. (</a:t>
            </a:r>
            <a:r>
              <a:rPr lang="hu-HU" dirty="0" err="1">
                <a:effectLst/>
              </a:rPr>
              <a:t>Laboratory</a:t>
            </a:r>
            <a:r>
              <a:rPr lang="hu-HU" dirty="0">
                <a:effectLst/>
              </a:rPr>
              <a:t> </a:t>
            </a:r>
            <a:r>
              <a:rPr lang="hu-HU" dirty="0" err="1">
                <a:effectLst/>
              </a:rPr>
              <a:t>slides</a:t>
            </a:r>
            <a:r>
              <a:rPr lang="hu-HU" dirty="0">
                <a:effectLst/>
              </a:rPr>
              <a:t>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hu-HU" dirty="0"/>
              <a:t>Sándor </a:t>
            </a:r>
            <a:r>
              <a:rPr lang="hu-HU" dirty="0" err="1"/>
              <a:t>Baran</a:t>
            </a:r>
            <a:r>
              <a:rPr lang="hu-HU" dirty="0"/>
              <a:t>: </a:t>
            </a:r>
            <a:r>
              <a:rPr lang="hu-HU" dirty="0" err="1">
                <a:effectLst/>
              </a:rPr>
              <a:t>Probability</a:t>
            </a:r>
            <a:r>
              <a:rPr lang="hu-HU" dirty="0">
                <a:effectLst/>
              </a:rPr>
              <a:t> </a:t>
            </a:r>
            <a:r>
              <a:rPr lang="hu-HU" dirty="0" err="1">
                <a:effectLst/>
              </a:rPr>
              <a:t>theory</a:t>
            </a:r>
            <a:r>
              <a:rPr lang="hu-HU" dirty="0">
                <a:effectLst/>
              </a:rPr>
              <a:t> and </a:t>
            </a:r>
            <a:r>
              <a:rPr lang="hu-HU" dirty="0" err="1">
                <a:effectLst/>
              </a:rPr>
              <a:t>statistics</a:t>
            </a:r>
            <a:endParaRPr lang="hu-HU" dirty="0">
              <a:effectLst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hu-HU" dirty="0"/>
              <a:t>Fazekas István: Valószínűségszámítás, Debreceni Egyetemi Kiadó, 2009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hu-HU" dirty="0"/>
              <a:t>Fazekas István: Bevezetés a matematikai statisztikába, Debreceni Egyetemi Kiadó, 2009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hu-HU" dirty="0" err="1"/>
              <a:t>Matlab</a:t>
            </a:r>
            <a:r>
              <a:rPr lang="hu-HU" dirty="0"/>
              <a:t> </a:t>
            </a:r>
            <a:r>
              <a:rPr lang="hu-HU" dirty="0" err="1"/>
              <a:t>examples</a:t>
            </a:r>
            <a:r>
              <a:rPr lang="hu-HU" dirty="0"/>
              <a:t>: </a:t>
            </a:r>
            <a:r>
              <a:rPr lang="hu-HU" dirty="0">
                <a:hlinkClick r:id="rId2"/>
              </a:rPr>
              <a:t>https://www.mathworks.com/help/examples.html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119590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tek diaminta">
  <a:themeElements>
    <a:clrScheme name="Fabetű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libri–Cambria">
      <a:majorFont>
        <a:latin typeface="Calibri" panose="020F0502020204030204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Fabetű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ek diaminta" id="{DA9CF40E-B0DB-4F98-AEF5-49E81D43F223}" vid="{E0151A15-54A4-4053-8D41-A38E348A1F8B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matek diaminta</Template>
  <TotalTime>8851</TotalTime>
  <Words>1360</Words>
  <Application>Microsoft Office PowerPoint</Application>
  <PresentationFormat>Diavetítés a képernyőre (4:3 oldalarány)</PresentationFormat>
  <Paragraphs>180</Paragraphs>
  <Slides>14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14</vt:i4>
      </vt:variant>
    </vt:vector>
  </HeadingPairs>
  <TitlesOfParts>
    <vt:vector size="21" baseType="lpstr">
      <vt:lpstr>Arial</vt:lpstr>
      <vt:lpstr>Calibri</vt:lpstr>
      <vt:lpstr>Cambria</vt:lpstr>
      <vt:lpstr>Cambria Math</vt:lpstr>
      <vt:lpstr>Courier New</vt:lpstr>
      <vt:lpstr>Wingdings</vt:lpstr>
      <vt:lpstr>matek diaminta</vt:lpstr>
      <vt:lpstr>Applied Statistics, Probability theory and mathematical statistics</vt:lpstr>
      <vt:lpstr>Exercise 6.1 (M1)</vt:lpstr>
      <vt:lpstr>Exercise 6.1 (M1) MATLAB solution</vt:lpstr>
      <vt:lpstr>Exercise 6.3</vt:lpstr>
      <vt:lpstr>Exercise 6.7 (M2)</vt:lpstr>
      <vt:lpstr>Exercise 6.7 (M2) MATLAB solution</vt:lpstr>
      <vt:lpstr>Exercise 7.1</vt:lpstr>
      <vt:lpstr>Exercise 8.1 (M3) Just in Matlab</vt:lpstr>
      <vt:lpstr>Exercise 8.1 (M3) MATLAB solution</vt:lpstr>
      <vt:lpstr>Exercise 8.4 (M4)</vt:lpstr>
      <vt:lpstr>Exercise 8.4 (M4) MATLAB solution</vt:lpstr>
      <vt:lpstr>Exercise 8.7 (M5)</vt:lpstr>
      <vt:lpstr>Exercise 8.7 (M5) MATLAB solution</vt:lpstr>
      <vt:lpstr>Literature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Statistics, Probability theory and mathematical statistics</dc:title>
  <dc:creator>Sándor Pecsora</dc:creator>
  <cp:lastModifiedBy>Dr. Pecsora Sándor</cp:lastModifiedBy>
  <cp:revision>106</cp:revision>
  <dcterms:created xsi:type="dcterms:W3CDTF">2020-09-02T07:49:18Z</dcterms:created>
  <dcterms:modified xsi:type="dcterms:W3CDTF">2024-09-28T14:54:33Z</dcterms:modified>
</cp:coreProperties>
</file>